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147377700" r:id="rId5"/>
    <p:sldId id="2147377670" r:id="rId6"/>
    <p:sldId id="2147377701" r:id="rId7"/>
  </p:sldIdLst>
  <p:sldSz cx="12192000" cy="6858000"/>
  <p:notesSz cx="6858000" cy="9144000"/>
  <p:defaultTextStyle>
    <a:defPPr>
      <a:defRPr lang="en-US"/>
    </a:defPPr>
    <a:lvl1pPr marL="0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45717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20"/>
    <a:srgbClr val="F8AB10"/>
    <a:srgbClr val="63B1BC"/>
    <a:srgbClr val="D3E4E7"/>
    <a:srgbClr val="426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83592" autoAdjust="0"/>
  </p:normalViewPr>
  <p:slideViewPr>
    <p:cSldViewPr snapToGrid="0">
      <p:cViewPr>
        <p:scale>
          <a:sx n="316" d="100"/>
          <a:sy n="316" d="100"/>
        </p:scale>
        <p:origin x="-10184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Garcia" userId="7b48d69e-d64f-4ea0-a06a-6734ec0f2b1e" providerId="ADAL" clId="{966BAB67-EA06-4778-9B8A-B47324ECCE12}"/>
    <pc:docChg chg="undo custSel addSld delSld modSld modMainMaster delSection modSection modNotesMaster">
      <pc:chgData name="Francisco Garcia" userId="7b48d69e-d64f-4ea0-a06a-6734ec0f2b1e" providerId="ADAL" clId="{966BAB67-EA06-4778-9B8A-B47324ECCE12}" dt="2025-12-05T12:38:49.967" v="328" actId="20577"/>
      <pc:docMkLst>
        <pc:docMk/>
      </pc:docMkLst>
      <pc:sldChg chg="modSp add del modNotes">
        <pc:chgData name="Francisco Garcia" userId="7b48d69e-d64f-4ea0-a06a-6734ec0f2b1e" providerId="ADAL" clId="{966BAB67-EA06-4778-9B8A-B47324ECCE12}" dt="2025-12-05T12:38:28.801" v="307"/>
        <pc:sldMkLst>
          <pc:docMk/>
          <pc:sldMk cId="977108737" sldId="2147377670"/>
        </pc:sldMkLst>
      </pc:sldChg>
      <pc:sldChg chg="modSp mod">
        <pc:chgData name="Francisco Garcia" userId="7b48d69e-d64f-4ea0-a06a-6734ec0f2b1e" providerId="ADAL" clId="{966BAB67-EA06-4778-9B8A-B47324ECCE12}" dt="2025-12-03T13:45:32.142" v="210"/>
        <pc:sldMkLst>
          <pc:docMk/>
          <pc:sldMk cId="2278708082" sldId="2147377700"/>
        </pc:sldMkLst>
        <pc:spChg chg="mod">
          <ac:chgData name="Francisco Garcia" userId="7b48d69e-d64f-4ea0-a06a-6734ec0f2b1e" providerId="ADAL" clId="{966BAB67-EA06-4778-9B8A-B47324ECCE12}" dt="2025-12-03T13:45:32.029" v="209" actId="27636"/>
          <ac:spMkLst>
            <pc:docMk/>
            <pc:sldMk cId="2278708082" sldId="2147377700"/>
            <ac:spMk id="6" creationId="{52B9981B-C4B5-2092-E0D8-7D0460D5477E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8" creationId="{2A0018B9-F48C-B760-C944-59C5AD6DF225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9" creationId="{BD6EDFBE-22AE-F289-5024-C4A18D74FDB5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12" creationId="{4D3CD17D-4E9A-7699-956E-B0A69523B97D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21" creationId="{9A30EE94-8676-3375-6472-CDD7CB3ABE45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26" creationId="{B2878834-EE89-8AC4-CBE3-F6DB2E9545EB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28" creationId="{71DE0365-07DA-5868-454E-FB43D7DD05C4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31" creationId="{348C8BAF-3777-36AB-7186-5024AFAFF9FF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32" creationId="{757B8CD6-91AB-6E70-8EF6-3CD3A53BE882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35" creationId="{F3CBAFB1-F3E1-313D-00E4-60D43965453D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k cId="2278708082" sldId="2147377700"/>
            <ac:spMk id="61" creationId="{65DE918D-9BBB-F8C0-31CB-DB43CC0B18FE}"/>
          </ac:spMkLst>
        </pc:spChg>
      </pc:sldChg>
      <pc:sldChg chg="addSp delSp modSp new mod modClrScheme chgLayout">
        <pc:chgData name="Francisco Garcia" userId="7b48d69e-d64f-4ea0-a06a-6734ec0f2b1e" providerId="ADAL" clId="{966BAB67-EA06-4778-9B8A-B47324ECCE12}" dt="2025-12-05T12:38:49.967" v="328" actId="20577"/>
        <pc:sldMkLst>
          <pc:docMk/>
          <pc:sldMk cId="3096632872" sldId="2147377701"/>
        </pc:sldMkLst>
        <pc:spChg chg="mod ord">
          <ac:chgData name="Francisco Garcia" userId="7b48d69e-d64f-4ea0-a06a-6734ec0f2b1e" providerId="ADAL" clId="{966BAB67-EA06-4778-9B8A-B47324ECCE12}" dt="2025-12-05T12:38:49.967" v="328" actId="20577"/>
          <ac:spMkLst>
            <pc:docMk/>
            <pc:sldMk cId="3096632872" sldId="2147377701"/>
            <ac:spMk id="3" creationId="{3F69B3A7-196C-682B-CC4D-D0AD127777F2}"/>
          </ac:spMkLst>
        </pc:spChg>
        <pc:picChg chg="add mod">
          <ac:chgData name="Francisco Garcia" userId="7b48d69e-d64f-4ea0-a06a-6734ec0f2b1e" providerId="ADAL" clId="{966BAB67-EA06-4778-9B8A-B47324ECCE12}" dt="2025-12-05T12:35:48.367" v="301" actId="1076"/>
          <ac:picMkLst>
            <pc:docMk/>
            <pc:sldMk cId="3096632872" sldId="2147377701"/>
            <ac:picMk id="8" creationId="{6CE5EEFC-C38A-7E29-CC3C-0761C794E145}"/>
          </ac:picMkLst>
        </pc:picChg>
        <pc:picChg chg="add mod">
          <ac:chgData name="Francisco Garcia" userId="7b48d69e-d64f-4ea0-a06a-6734ec0f2b1e" providerId="ADAL" clId="{966BAB67-EA06-4778-9B8A-B47324ECCE12}" dt="2025-12-05T12:35:49.993" v="302" actId="1076"/>
          <ac:picMkLst>
            <pc:docMk/>
            <pc:sldMk cId="3096632872" sldId="2147377701"/>
            <ac:picMk id="10" creationId="{B6EECE44-85E7-0C98-1A0E-1A3DA129E894}"/>
          </ac:picMkLst>
        </pc:picChg>
        <pc:picChg chg="add mod">
          <ac:chgData name="Francisco Garcia" userId="7b48d69e-d64f-4ea0-a06a-6734ec0f2b1e" providerId="ADAL" clId="{966BAB67-EA06-4778-9B8A-B47324ECCE12}" dt="2025-12-05T12:35:56.762" v="305" actId="14100"/>
          <ac:picMkLst>
            <pc:docMk/>
            <pc:sldMk cId="3096632872" sldId="2147377701"/>
            <ac:picMk id="12" creationId="{A3428DF0-869E-3633-6AAD-49E7B0F10AF4}"/>
          </ac:picMkLst>
        </pc:picChg>
      </pc:sldChg>
      <pc:sldMasterChg chg="modSp delSldLayout modSldLayout">
        <pc:chgData name="Francisco Garcia" userId="7b48d69e-d64f-4ea0-a06a-6734ec0f2b1e" providerId="ADAL" clId="{966BAB67-EA06-4778-9B8A-B47324ECCE12}" dt="2025-12-04T14:05:13.180" v="268" actId="47"/>
        <pc:sldMasterMkLst>
          <pc:docMk/>
          <pc:sldMasterMk cId="3840553979" sldId="2147483660"/>
        </pc:sldMasterMkLst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asterMk cId="3840553979" sldId="2147483660"/>
            <ac:spMk id="2" creationId="{5F9E4FCE-DA81-4C02-B05D-E78AD21EC998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asterMk cId="3840553979" sldId="2147483660"/>
            <ac:spMk id="4" creationId="{F012340C-D195-8E4C-BF9F-E32A7FCD6E12}"/>
          </ac:spMkLst>
        </pc:spChg>
        <pc:spChg chg="mod">
          <ac:chgData name="Francisco Garcia" userId="7b48d69e-d64f-4ea0-a06a-6734ec0f2b1e" providerId="ADAL" clId="{966BAB67-EA06-4778-9B8A-B47324ECCE12}" dt="2025-12-03T13:45:32.142" v="210"/>
          <ac:spMkLst>
            <pc:docMk/>
            <pc:sldMasterMk cId="3840553979" sldId="2147483660"/>
            <ac:spMk id="13" creationId="{9773789E-1482-4DF2-AC34-ED595BC86F6F}"/>
          </ac:spMkLst>
        </pc:sp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384615453" sldId="2147483661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84615453" sldId="2147483661"/>
              <ac:spMk id="14" creationId="{570BD540-4FEF-AB4D-91E5-E26413DD671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84615453" sldId="2147483661"/>
              <ac:spMk id="15" creationId="{6608DFD9-D976-CA44-AB7C-48FC98B1981C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384615453" sldId="2147483661"/>
              <ac:picMk id="12" creationId="{18A7A323-C30A-3049-89BD-D5DD3A50B180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283276884" sldId="2147483662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83276884" sldId="2147483662"/>
              <ac:spMk id="3" creationId="{E9519055-631B-4A4E-9F2F-FAE6092892A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83276884" sldId="2147483662"/>
              <ac:spMk id="4" creationId="{345DE6FD-D36C-C963-8090-4D31BA0CE1B4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83276884" sldId="2147483662"/>
              <ac:spMk id="12" creationId="{11FF4F54-F7FD-DD43-9035-9F3CA295750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83276884" sldId="2147483662"/>
              <ac:spMk id="14" creationId="{E4B21DCD-7B35-9343-AFE7-EA8C4A634571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283276884" sldId="2147483662"/>
              <ac:picMk id="7" creationId="{1191548F-C037-D647-ACC2-6080DD579132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337518451" sldId="2147483663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7518451" sldId="2147483663"/>
              <ac:spMk id="15" creationId="{BEE67AED-D594-B643-8EBE-2DA6FD44BD29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7518451" sldId="2147483663"/>
              <ac:spMk id="17" creationId="{2617F8F5-C25D-0343-89B2-64483998B384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7518451" sldId="2147483663"/>
              <ac:spMk id="20" creationId="{F41C6D9C-5CFD-B34A-AE2A-C9AA40B4DC8D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7518451" sldId="2147483663"/>
              <ac:spMk id="21" creationId="{C63A4C70-EBC8-DD40-A6FD-BEAE06B8DB63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337518451" sldId="2147483663"/>
              <ac:picMk id="18" creationId="{19A04097-824C-564F-A0C3-1CEFF5E048DC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81805015" sldId="2147483664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81805015" sldId="2147483664"/>
              <ac:spMk id="20" creationId="{CD2E9ECA-BB73-5446-94C6-7D515256A743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81805015" sldId="2147483664"/>
              <ac:spMk id="21" creationId="{CD776A90-3591-4F4A-A6BD-AFC43685577A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81805015" sldId="2147483664"/>
              <ac:spMk id="22" creationId="{000BAC10-21FA-674B-9265-1079E58C875C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81805015" sldId="2147483664"/>
              <ac:spMk id="23" creationId="{87CD4539-19F2-514E-A69E-E54F09AEBF59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81805015" sldId="2147483664"/>
              <ac:spMk id="24" creationId="{8E167795-E8E3-0B4D-94E4-420F0EA6AEB0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81805015" sldId="2147483664"/>
              <ac:picMk id="15" creationId="{2D06CFF0-8DC9-7E41-AC40-F94BE31D73AD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526740149" sldId="2147483665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526740149" sldId="2147483665"/>
              <ac:spMk id="7" creationId="{3C698969-5782-7844-892C-FF02731C211C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526740149" sldId="2147483665"/>
              <ac:spMk id="9" creationId="{25E67E77-32D0-4E4D-8111-2B9C52C2748A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526740149" sldId="2147483665"/>
              <ac:spMk id="16" creationId="{2FDCA00A-0B78-6444-90B3-2F7C3529BE6A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526740149" sldId="2147483665"/>
              <ac:spMk id="58" creationId="{39762CA6-FE28-CB4A-9679-A779F7045F6B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526740149" sldId="2147483665"/>
              <ac:picMk id="13" creationId="{4A2703B9-B575-CC41-ADE4-1FAAC7A1E40A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472763263" sldId="2147483666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72763263" sldId="2147483666"/>
              <ac:spMk id="2" creationId="{95134E77-08B8-9048-9E65-FC8F726903BF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72763263" sldId="2147483666"/>
              <ac:spMk id="8" creationId="{DDA98C0A-C3E1-9045-AAAE-6F4892A3FD6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72763263" sldId="2147483666"/>
              <ac:spMk id="14" creationId="{72BE1150-7599-F341-92C3-A04933DFFD07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472763263" sldId="2147483666"/>
              <ac:picMk id="11" creationId="{02E32ABF-954C-2B41-BDC2-8F5795EC5E5D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907359118" sldId="2147483667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07359118" sldId="2147483667"/>
              <ac:spMk id="6" creationId="{D9576FFF-E9F4-9A4F-A76D-C7C32F70013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07359118" sldId="2147483667"/>
              <ac:spMk id="8" creationId="{DDA98C0A-C3E1-9045-AAAE-6F4892A3FD6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07359118" sldId="2147483667"/>
              <ac:spMk id="14" creationId="{72BE1150-7599-F341-92C3-A04933DFFD07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907359118" sldId="2147483667"/>
              <ac:picMk id="4" creationId="{98C1E1C3-4B8D-0E46-84F5-2CBBCB32F370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907359118" sldId="2147483667"/>
              <ac:picMk id="11" creationId="{02E32ABF-954C-2B41-BDC2-8F5795EC5E5D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191643214" sldId="2147483668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191643214" sldId="2147483668"/>
              <ac:spMk id="8" creationId="{C019AF57-8294-7C4C-B419-5DDC88CF7A1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191643214" sldId="2147483668"/>
              <ac:spMk id="44" creationId="{1892E4B3-6A67-8743-9A55-704CF219AD27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191643214" sldId="2147483668"/>
              <ac:picMk id="14" creationId="{B2ACA636-7711-1E45-B595-A50A28F1D565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191643214" sldId="2147483668"/>
              <ac:picMk id="54" creationId="{367A8948-9A9A-C749-98E6-E03CD6687336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338761919" sldId="2147483669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8761919" sldId="2147483669"/>
              <ac:spMk id="5" creationId="{E0E50815-B951-FB4F-98C3-6F9C392933A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8761919" sldId="2147483669"/>
              <ac:spMk id="8" creationId="{7C3EAAB0-E5E4-274A-8E9C-BB2E1EC7A28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8761919" sldId="2147483669"/>
              <ac:spMk id="9" creationId="{C674C98B-3A1C-214D-812E-783315BEF87A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338761919" sldId="2147483669"/>
              <ac:spMk id="17" creationId="{16670A71-03FD-284C-90FD-84BB9921C10D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338761919" sldId="2147483669"/>
              <ac:picMk id="16" creationId="{85CFFAC5-B629-C048-8B4E-7EBD0F6B8108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182259039" sldId="2147483670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182259039" sldId="2147483670"/>
              <ac:spMk id="7" creationId="{4E447793-F4F4-1F42-8DA4-7DBF5378383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182259039" sldId="2147483670"/>
              <ac:spMk id="8" creationId="{7C3EAAB0-E5E4-274A-8E9C-BB2E1EC7A28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182259039" sldId="2147483670"/>
              <ac:spMk id="9" creationId="{4397E0C2-1A0E-7B45-B246-01690FB5240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182259039" sldId="2147483670"/>
              <ac:spMk id="17" creationId="{16670A71-03FD-284C-90FD-84BB9921C10D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182259039" sldId="2147483670"/>
              <ac:picMk id="16" creationId="{85CFFAC5-B629-C048-8B4E-7EBD0F6B8108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211370760" sldId="2147483671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11370760" sldId="2147483671"/>
              <ac:spMk id="3" creationId="{C82E5ED4-BC00-0669-DC9A-431DD02FEBBC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11370760" sldId="2147483671"/>
              <ac:spMk id="7" creationId="{4E447793-F4F4-1F42-8DA4-7DBF5378383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11370760" sldId="2147483671"/>
              <ac:spMk id="8" creationId="{7C3EAAB0-E5E4-274A-8E9C-BB2E1EC7A28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11370760" sldId="2147483671"/>
              <ac:spMk id="9" creationId="{4397E0C2-1A0E-7B45-B246-01690FB5240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11370760" sldId="2147483671"/>
              <ac:spMk id="17" creationId="{16670A71-03FD-284C-90FD-84BB9921C10D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211370760" sldId="2147483671"/>
              <ac:picMk id="16" creationId="{85CFFAC5-B629-C048-8B4E-7EBD0F6B8108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158967995" sldId="2147483672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158967995" sldId="2147483672"/>
              <ac:spMk id="3" creationId="{C82E5ED4-BC00-0669-DC9A-431DD02FEBBC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158967995" sldId="2147483672"/>
              <ac:spMk id="7" creationId="{4E447793-F4F4-1F42-8DA4-7DBF5378383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158967995" sldId="2147483672"/>
              <ac:spMk id="8" creationId="{7C3EAAB0-E5E4-274A-8E9C-BB2E1EC7A28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158967995" sldId="2147483672"/>
              <ac:spMk id="9" creationId="{4397E0C2-1A0E-7B45-B246-01690FB5240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158967995" sldId="2147483672"/>
              <ac:spMk id="17" creationId="{16670A71-03FD-284C-90FD-84BB9921C10D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158967995" sldId="2147483672"/>
              <ac:picMk id="16" creationId="{85CFFAC5-B629-C048-8B4E-7EBD0F6B8108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315234920" sldId="2147483673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15234920" sldId="2147483673"/>
              <ac:spMk id="25" creationId="{913F8298-BACD-5E41-AEE5-78D60F8441B1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315234920" sldId="2147483673"/>
              <ac:picMk id="27" creationId="{34A7F196-5670-AD4E-BF48-11F2AB93F48F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398769717" sldId="2147483674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398769717" sldId="2147483674"/>
              <ac:spMk id="25" creationId="{913F8298-BACD-5E41-AEE5-78D60F8441B1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398769717" sldId="2147483674"/>
              <ac:picMk id="5" creationId="{B3DCC914-95DC-B04F-BDCE-923C4DCE7771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041078741" sldId="2147483675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041078741" sldId="2147483675"/>
              <ac:spMk id="2" creationId="{02F3660D-F539-6FE7-37C5-D818F7DBF34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041078741" sldId="2147483675"/>
              <ac:spMk id="3" creationId="{47198922-0EC7-BBE0-506E-94ED47CC87A2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041078741" sldId="2147483675"/>
              <ac:picMk id="5" creationId="{B3DCC914-95DC-B04F-BDCE-923C4DCE7771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233878506" sldId="2147483676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33878506" sldId="2147483676"/>
              <ac:spMk id="4" creationId="{94C8C4CE-C2D8-0B53-B95C-0BECD894247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33878506" sldId="2147483676"/>
              <ac:spMk id="6" creationId="{506556C6-EC8B-5B00-78F3-4F00F81E0B1F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233878506" sldId="2147483676"/>
              <ac:picMk id="5" creationId="{B3DCC914-95DC-B04F-BDCE-923C4DCE7771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5632957" sldId="2147483677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5632957" sldId="2147483677"/>
              <ac:spMk id="4" creationId="{41328E68-FAFD-4459-B320-6AE6F3BB791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5632957" sldId="2147483677"/>
              <ac:spMk id="12" creationId="{11FF4F54-F7FD-DD43-9035-9F3CA295750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5632957" sldId="2147483677"/>
              <ac:spMk id="14" creationId="{E4B21DCD-7B35-9343-AFE7-EA8C4A634571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5632957" sldId="2147483677"/>
              <ac:picMk id="7" creationId="{1191548F-C037-D647-ACC2-6080DD579132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879194111" sldId="2147483678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79194111" sldId="2147483678"/>
              <ac:spMk id="7" creationId="{380FA0B4-F59B-B04C-A69B-D46E237F670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79194111" sldId="2147483678"/>
              <ac:spMk id="14" creationId="{21BAC790-613F-D74E-B917-79BCD2C2A3D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79194111" sldId="2147483678"/>
              <ac:spMk id="15" creationId="{18BE65ED-2C42-6C45-87F0-5DB87CD9CA63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879194111" sldId="2147483678"/>
              <ac:picMk id="16" creationId="{034C2E59-271D-6C4A-8038-E9E044A69E4C}"/>
            </ac:picMkLst>
          </pc:picChg>
          <pc:cxnChg chg="mod">
            <ac:chgData name="Francisco Garcia" userId="7b48d69e-d64f-4ea0-a06a-6734ec0f2b1e" providerId="ADAL" clId="{966BAB67-EA06-4778-9B8A-B47324ECCE12}" dt="2025-12-03T13:45:32.142" v="210"/>
            <ac:cxnSpMkLst>
              <pc:docMk/>
              <pc:sldMasterMk cId="3840553979" sldId="2147483660"/>
              <pc:sldLayoutMk cId="879194111" sldId="2147483678"/>
              <ac:cxnSpMk id="10" creationId="{CC4DE330-0E0A-6D4B-B75E-54639A746306}"/>
            </ac:cxnSpMkLst>
          </pc:cxn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4192923098" sldId="2147483679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92923098" sldId="2147483679"/>
              <ac:spMk id="7" creationId="{601A91B5-142C-EF44-8BD1-D428B455037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92923098" sldId="2147483679"/>
              <ac:spMk id="9" creationId="{F339DFA3-546C-AF44-B0A5-033B53F4548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92923098" sldId="2147483679"/>
              <ac:spMk id="12" creationId="{47D5C518-FEA8-E448-83F0-4001C6F4386B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92923098" sldId="2147483679"/>
              <ac:spMk id="13" creationId="{E0CC39BC-F710-1546-ACFA-0E43B5E79B42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4192923098" sldId="2147483679"/>
              <ac:picMk id="15" creationId="{13A3D60B-2009-AB4A-A28D-15D56C60062F}"/>
            </ac:picMkLst>
          </pc:picChg>
          <pc:cxnChg chg="mod">
            <ac:chgData name="Francisco Garcia" userId="7b48d69e-d64f-4ea0-a06a-6734ec0f2b1e" providerId="ADAL" clId="{966BAB67-EA06-4778-9B8A-B47324ECCE12}" dt="2025-12-03T13:45:32.142" v="210"/>
            <ac:cxnSpMkLst>
              <pc:docMk/>
              <pc:sldMasterMk cId="3840553979" sldId="2147483660"/>
              <pc:sldLayoutMk cId="4192923098" sldId="2147483679"/>
              <ac:cxnSpMk id="8" creationId="{2902C96D-28C4-5649-923F-CA153F97101D}"/>
            </ac:cxnSpMkLst>
          </pc:cxn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970273350" sldId="2147483680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19" creationId="{1A192258-455F-3442-A2E0-56A7FB75F1EF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20" creationId="{D4DD9269-3785-8647-8BB3-BF10B9C7173D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28" creationId="{AEBAB1D1-DB03-5E4F-846D-6E5F43AD3CE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30" creationId="{2E8A32A5-CE5B-DB42-A821-CBE26ED3509D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31" creationId="{3595A6BF-6FE4-6C47-8010-4682EA0AE98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43" creationId="{DC6997D2-7105-6544-8956-69445968009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44" creationId="{90EC7415-7456-DA4E-8456-22DF07BF7CF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970273350" sldId="2147483680"/>
              <ac:spMk id="45" creationId="{1C1B3211-34C3-EE4E-8E4E-1F0BE38B9253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970273350" sldId="2147483680"/>
              <ac:picMk id="18" creationId="{8EA5C906-4509-0A46-BBDD-F8D5E2B74CDC}"/>
            </ac:picMkLst>
          </pc:picChg>
          <pc:cxnChg chg="mod">
            <ac:chgData name="Francisco Garcia" userId="7b48d69e-d64f-4ea0-a06a-6734ec0f2b1e" providerId="ADAL" clId="{966BAB67-EA06-4778-9B8A-B47324ECCE12}" dt="2025-12-03T13:45:32.142" v="210"/>
            <ac:cxnSpMkLst>
              <pc:docMk/>
              <pc:sldMasterMk cId="3840553979" sldId="2147483660"/>
              <pc:sldLayoutMk cId="3970273350" sldId="2147483680"/>
              <ac:cxnSpMk id="15" creationId="{D63A024D-8337-E54E-A41F-3CEC4536A598}"/>
            </ac:cxnSpMkLst>
          </pc:cxn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809171148" sldId="2147483681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17" creationId="{4963B398-1F3D-6646-9EF6-5A2634A258F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18" creationId="{ED4BC287-0D66-1741-B482-8911F1CD18D3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21" creationId="{2748ACEA-E718-584B-A9E8-911650B0D75D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22" creationId="{B7C378FC-0A3B-0F45-8C62-96462992AF1E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23" creationId="{F2D1E1FC-2B70-8245-9426-F6E0989630CD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24" creationId="{AF0FC5CD-AE50-784E-AC39-4A76B06AC699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25" creationId="{5FD058C2-D00F-AB4D-898B-E80668418AF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809171148" sldId="2147483681"/>
              <ac:spMk id="26" creationId="{93F0B492-ED26-6940-9CB9-CA9E5B7D22B7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809171148" sldId="2147483681"/>
              <ac:picMk id="16" creationId="{0BED0078-A0E8-9D4D-A1D0-33DD203D4CE9}"/>
            </ac:picMkLst>
          </pc:picChg>
          <pc:cxnChg chg="mod">
            <ac:chgData name="Francisco Garcia" userId="7b48d69e-d64f-4ea0-a06a-6734ec0f2b1e" providerId="ADAL" clId="{966BAB67-EA06-4778-9B8A-B47324ECCE12}" dt="2025-12-03T13:45:32.142" v="210"/>
            <ac:cxnSpMkLst>
              <pc:docMk/>
              <pc:sldMasterMk cId="3840553979" sldId="2147483660"/>
              <pc:sldLayoutMk cId="809171148" sldId="2147483681"/>
              <ac:cxnSpMk id="29" creationId="{AFFD0C05-0F77-7748-8EC8-2998ED8D6AFD}"/>
            </ac:cxnSpMkLst>
          </pc:cxn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304216742" sldId="2147483682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31" creationId="{10579543-1896-3545-BC93-A0E91961205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33" creationId="{4F114B79-41DE-A24A-A0DA-AF1FDE591E3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35" creationId="{327C8B79-B746-904C-94F9-E08B43E3139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37" creationId="{6F68ADA9-0181-CF4F-93EF-7AAB81E14903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38" creationId="{04124E09-D0FF-5548-9C10-7182800C9204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39" creationId="{2310FA7A-10C1-8F4B-8D25-AD349C1DA28F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43" creationId="{4AA76273-DF93-6C45-A606-02F9E9FDBF3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44" creationId="{B4F71B2B-2F62-3B49-9D2C-97BD48D27AC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46" creationId="{971ABEB2-B5BB-594D-AEEA-9A457671257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04216742" sldId="2147483682"/>
              <ac:spMk id="53" creationId="{E6B93876-AC51-CC4B-8A92-A5B6BA0934D7}"/>
            </ac:spMkLst>
          </pc:sp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761150497" sldId="2147483683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25" creationId="{5BC2F003-516B-7640-BDBB-14889F25978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26" creationId="{3F0A3ECE-EEA6-134F-9307-A99EC97D4E9E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32" creationId="{5671AF40-514E-A94F-8F0F-2C85B060AA8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34" creationId="{5E7EF4E3-A62A-6545-A186-5A19226FB2AB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37" creationId="{6F68ADA9-0181-CF4F-93EF-7AAB81E14903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40" creationId="{7227903C-E9DC-8648-9B89-7767753D775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41" creationId="{E6E551DF-0227-1D48-A2CB-416657D7FD1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43" creationId="{4AA76273-DF93-6C45-A606-02F9E9FDBF3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44" creationId="{B4F71B2B-2F62-3B49-9D2C-97BD48D27AC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761150497" sldId="2147483683"/>
              <ac:spMk id="47" creationId="{14652348-5B9D-E044-9449-F4D9A5A12A89}"/>
            </ac:spMkLst>
          </pc:sp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789585828" sldId="2147483684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789585828" sldId="2147483684"/>
              <ac:spMk id="6" creationId="{5DF715B5-7BD3-5946-BE35-8F33B0545D1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789585828" sldId="2147483684"/>
              <ac:spMk id="13" creationId="{279117BA-FC53-E24B-9719-228C408A459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789585828" sldId="2147483684"/>
              <ac:spMk id="15" creationId="{50379D0C-E448-7543-B2AF-0A7079C23F23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789585828" sldId="2147483684"/>
              <ac:spMk id="16" creationId="{C8D2E375-F7A0-9F49-9FE9-69E2B38273B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789585828" sldId="2147483684"/>
              <ac:spMk id="18" creationId="{7B8A9516-6054-6E44-A7B6-BDF014860321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789585828" sldId="2147483684"/>
              <ac:picMk id="14" creationId="{F78110B6-A117-DC44-AEE2-D1B889FB2382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868206176" sldId="2147483685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68206176" sldId="2147483685"/>
              <ac:spMk id="10" creationId="{B4DF0A02-5504-3E4B-94E9-D3DC9628D4B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68206176" sldId="2147483685"/>
              <ac:spMk id="12" creationId="{0208E212-1EB2-6A48-BA3C-72A80BD0F1C3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868206176" sldId="2147483685"/>
              <ac:picMk id="14" creationId="{6A265D28-EE44-C941-BD18-475E8C098E92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268594467" sldId="2147483686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68594467" sldId="2147483686"/>
              <ac:spMk id="10" creationId="{B4DF0A02-5504-3E4B-94E9-D3DC9628D4B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68594467" sldId="2147483686"/>
              <ac:spMk id="12" creationId="{0208E212-1EB2-6A48-BA3C-72A80BD0F1C3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268594467" sldId="2147483686"/>
              <ac:picMk id="3" creationId="{AF6FF7EE-0BB8-AE4D-88A3-B35DF0B4206D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290618" sldId="2147483687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90618" sldId="2147483687"/>
              <ac:spMk id="15" creationId="{11D8979B-6B96-284E-83B1-1BB1267A0CC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290618" sldId="2147483687"/>
              <ac:spMk id="16" creationId="{92C6F0B9-7A19-DD4B-A485-630B7B90A625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290618" sldId="2147483687"/>
              <ac:picMk id="6" creationId="{1ED5DCD9-AE22-BC42-BA2A-7942143FA58C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290618" sldId="2147483687"/>
              <ac:picMk id="8" creationId="{DF651769-110D-7B41-B5B2-55375B2EF927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951809911" sldId="2147483688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951809911" sldId="2147483688"/>
              <ac:spMk id="15" creationId="{11D8979B-6B96-284E-83B1-1BB1267A0CC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951809911" sldId="2147483688"/>
              <ac:spMk id="16" creationId="{92C6F0B9-7A19-DD4B-A485-630B7B90A625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951809911" sldId="2147483688"/>
              <ac:picMk id="6" creationId="{51BE2CEB-608E-E84D-AFF0-7E6FCBC70B69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951809911" sldId="2147483688"/>
              <ac:picMk id="7" creationId="{2BFE4491-5A72-D247-9231-A68CFE235641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359852340" sldId="2147483689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359852340" sldId="2147483689"/>
              <ac:spMk id="15" creationId="{11D8979B-6B96-284E-83B1-1BB1267A0CC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359852340" sldId="2147483689"/>
              <ac:spMk id="16" creationId="{92C6F0B9-7A19-DD4B-A485-630B7B90A625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359852340" sldId="2147483689"/>
              <ac:picMk id="7" creationId="{114C1FBF-4367-4C4F-8D4C-DF394870AC2F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359852340" sldId="2147483689"/>
              <ac:picMk id="12" creationId="{9487674E-0D9E-A949-93FC-1A1C582E4123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297423164" sldId="2147483690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14" creationId="{21BAC790-613F-D74E-B917-79BCD2C2A3D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29" creationId="{6C86A6D7-A709-7E49-A991-4712050109B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30" creationId="{8B3C0A33-1875-D643-B323-4AEFFAC589B9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31" creationId="{A504656A-7F25-984F-B07B-41D133A12EF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32" creationId="{43852B86-E572-3A4D-A49D-884A3B01905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33" creationId="{21F1E876-FBEE-3A4E-BEEA-F01AE1F27129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34" creationId="{57725A09-95FC-8144-9805-7CF8E006029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38" creationId="{74D4800A-BF10-2A4C-9A3B-07CE331C0DDD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39" creationId="{9266B364-B0F6-D34D-8710-311DEF21A48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3297423164" sldId="2147483690"/>
              <ac:spMk id="40" creationId="{56334D0D-AACA-F841-A2F8-503EE230E096}"/>
            </ac:spMkLst>
          </pc:sp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881905755" sldId="2147483691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19" creationId="{613C307B-B839-8D4D-ABB6-F6AEA66F5139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21" creationId="{49E9A7EB-46E9-F242-838F-ADF1BFA8DE3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32" creationId="{5671AF40-514E-A94F-8F0F-2C85B060AA8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34" creationId="{5E7EF4E3-A62A-6545-A186-5A19226FB2AB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35" creationId="{327C8B79-B746-904C-94F9-E08B43E3139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41" creationId="{E6E551DF-0227-1D48-A2CB-416657D7FD1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43" creationId="{4AA76273-DF93-6C45-A606-02F9E9FDBF38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44" creationId="{B4F71B2B-2F62-3B49-9D2C-97BD48D27AC1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46" creationId="{971ABEB2-B5BB-594D-AEEA-9A457671257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81905755" sldId="2147483691"/>
              <ac:spMk id="47" creationId="{14652348-5B9D-E044-9449-F4D9A5A12A89}"/>
            </ac:spMkLst>
          </pc:sp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389940517" sldId="2147483692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389940517" sldId="2147483692"/>
              <ac:spMk id="9" creationId="{0BFC29A3-3623-6C40-8330-FACE0F19B546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389940517" sldId="2147483692"/>
              <ac:picMk id="4" creationId="{E4E5948C-F770-D442-89C7-F1FBCA2CC5C0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389940517" sldId="2147483692"/>
              <ac:picMk id="6" creationId="{595AE243-576C-9B47-AB74-61C56CBBC541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557073707" sldId="2147483693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557073707" sldId="2147483693"/>
              <ac:spMk id="10" creationId="{936D0CC3-E8D9-F041-9634-9CCFBF24A82E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557073707" sldId="2147483693"/>
              <ac:picMk id="4" creationId="{0A6F92CA-792F-DB4A-9D71-99146A55D671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557073707" sldId="2147483693"/>
              <ac:picMk id="6" creationId="{601D6CD1-B7BB-C849-AAE4-0FDE27C3D10F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4261156448" sldId="2147483694"/>
          </pc:sldLayoutMkLst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4261156448" sldId="2147483694"/>
              <ac:picMk id="10" creationId="{C5D7F826-0A7C-E245-8B3A-A7251BD88772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269919838" sldId="2147483695"/>
          </pc:sldLayoutMkLst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269919838" sldId="2147483695"/>
              <ac:picMk id="3" creationId="{D08F5E51-744F-2F41-A454-7F3B6CB90885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3828943161" sldId="2147483696"/>
          </pc:sldLayoutMkLst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3828943161" sldId="2147483696"/>
              <ac:picMk id="4" creationId="{FCD435F1-2F1C-BD4B-A53F-6D062E7806D5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079643565" sldId="2147483697"/>
          </pc:sldLayoutMkLst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079643565" sldId="2147483697"/>
              <ac:picMk id="3" creationId="{D08F5E51-744F-2F41-A454-7F3B6CB90885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4118003191" sldId="2147483698"/>
          </pc:sldLayoutMkLst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4118003191" sldId="2147483698"/>
              <ac:picMk id="3" creationId="{D08F5E51-744F-2F41-A454-7F3B6CB90885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4118003191" sldId="2147483698"/>
              <ac:picMk id="4" creationId="{2CFAFCDD-8C9A-BB4A-87E0-5EEE1E65AAFE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061596148" sldId="2147483699"/>
          </pc:sldLayoutMkLst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061596148" sldId="2147483699"/>
              <ac:picMk id="4" creationId="{FCD435F1-2F1C-BD4B-A53F-6D062E7806D5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061596148" sldId="2147483699"/>
              <ac:picMk id="6" creationId="{66BFC81D-42B0-4140-AFBA-C54C5ABAE177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705285599" sldId="2147483700"/>
          </pc:sldLayoutMkLst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705285599" sldId="2147483700"/>
              <ac:picMk id="3" creationId="{D08F5E51-744F-2F41-A454-7F3B6CB90885}"/>
            </ac:picMkLst>
          </pc:pic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705285599" sldId="2147483700"/>
              <ac:picMk id="4" creationId="{12DD4F86-0839-4F4D-86B3-2944AE41863A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4164041642" sldId="2147483701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64041642" sldId="2147483701"/>
              <ac:spMk id="6" creationId="{99C3835D-E0AB-1D49-A9AD-9AA573AA392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64041642" sldId="2147483701"/>
              <ac:spMk id="8" creationId="{9E1EF039-93ED-6D47-98B6-4F3E3A68CEFE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64041642" sldId="2147483701"/>
              <ac:spMk id="15" creationId="{B5A27C0B-8685-CD42-B549-02969AFD9F14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64041642" sldId="2147483701"/>
              <ac:spMk id="16" creationId="{0A6E08A1-5D47-3647-9AFA-31DD0A0C1B75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64041642" sldId="2147483701"/>
              <ac:spMk id="18" creationId="{EA8FF930-967D-4643-878E-53A2EF0ABDEB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4164041642" sldId="2147483701"/>
              <ac:picMk id="17" creationId="{B4E5BEAC-6FF8-144D-853A-648BE6A5ED44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097737948" sldId="2147483702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097737948" sldId="2147483702"/>
              <ac:spMk id="6" creationId="{99C3835D-E0AB-1D49-A9AD-9AA573AA3926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097737948" sldId="2147483702"/>
              <ac:spMk id="13" creationId="{8F0B94B4-E938-B24B-AF99-FD41F764EE14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097737948" sldId="2147483702"/>
              <ac:spMk id="14" creationId="{9627A05C-6654-7D4F-96C0-0EBBBB3F161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097737948" sldId="2147483702"/>
              <ac:spMk id="17" creationId="{D7CD2694-8040-F74E-A308-B5233557F868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1097737948" sldId="2147483702"/>
              <ac:picMk id="15" creationId="{79888EEC-7C01-9D48-A53D-AE6EF0ABD047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2468239226" sldId="2147483703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468239226" sldId="2147483703"/>
              <ac:spMk id="14" creationId="{21BAC790-613F-D74E-B917-79BCD2C2A3D7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468239226" sldId="2147483703"/>
              <ac:spMk id="18" creationId="{07CD87BA-1D84-334B-8EB5-E50D5AB8096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468239226" sldId="2147483703"/>
              <ac:spMk id="36" creationId="{B45E881D-FF54-F741-AA7C-75FBDA3D4E82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2468239226" sldId="2147483703"/>
              <ac:spMk id="38" creationId="{74D4800A-BF10-2A4C-9A3B-07CE331C0DDD}"/>
            </ac:spMkLst>
          </pc:spChg>
          <pc:picChg chg="mod">
            <ac:chgData name="Francisco Garcia" userId="7b48d69e-d64f-4ea0-a06a-6734ec0f2b1e" providerId="ADAL" clId="{966BAB67-EA06-4778-9B8A-B47324ECCE12}" dt="2025-12-03T13:45:32.142" v="210"/>
            <ac:picMkLst>
              <pc:docMk/>
              <pc:sldMasterMk cId="3840553979" sldId="2147483660"/>
              <pc:sldLayoutMk cId="2468239226" sldId="2147483703"/>
              <ac:picMk id="15" creationId="{75FF6A19-DA11-4047-B8E8-FB9D2783D494}"/>
            </ac:picMkLst>
          </pc:pic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289307436" sldId="2147483704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289307436" sldId="2147483704"/>
              <ac:spMk id="58" creationId="{39762CA6-FE28-CB4A-9679-A779F7045F6B}"/>
            </ac:spMkLst>
          </pc:sp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1892507594" sldId="2147483705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92507594" sldId="2147483705"/>
              <ac:spMk id="2" creationId="{16AB8C43-E0E1-C3FD-747B-44ABB4DF2DAC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1892507594" sldId="2147483705"/>
              <ac:spMk id="3" creationId="{71DA4617-A9B6-E5DD-7F5D-34AE75C1B648}"/>
            </ac:spMkLst>
          </pc:spChg>
        </pc:sldLayoutChg>
        <pc:sldLayoutChg chg="modSp">
          <pc:chgData name="Francisco Garcia" userId="7b48d69e-d64f-4ea0-a06a-6734ec0f2b1e" providerId="ADAL" clId="{966BAB67-EA06-4778-9B8A-B47324ECCE12}" dt="2025-12-03T13:45:32.142" v="210"/>
          <pc:sldLayoutMkLst>
            <pc:docMk/>
            <pc:sldMasterMk cId="3840553979" sldId="2147483660"/>
            <pc:sldLayoutMk cId="4101786632" sldId="2147483707"/>
          </pc:sldLayoutMkLst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01786632" sldId="2147483707"/>
              <ac:spMk id="3" creationId="{00000000-0000-0000-0000-000000000000}"/>
            </ac:spMkLst>
          </pc:spChg>
          <pc:spChg chg="mod">
            <ac:chgData name="Francisco Garcia" userId="7b48d69e-d64f-4ea0-a06a-6734ec0f2b1e" providerId="ADAL" clId="{966BAB67-EA06-4778-9B8A-B47324ECCE12}" dt="2025-12-03T13:45:32.142" v="210"/>
            <ac:spMkLst>
              <pc:docMk/>
              <pc:sldMasterMk cId="3840553979" sldId="2147483660"/>
              <pc:sldLayoutMk cId="4101786632" sldId="2147483707"/>
              <ac:spMk id="24" creationId="{00000000-0000-0000-0000-000000000000}"/>
            </ac:spMkLst>
          </pc:spChg>
        </pc:sldLayoutChg>
      </pc:sldMasterChg>
    </pc:docChg>
  </pc:docChgLst>
  <pc:docChgLst>
    <pc:chgData name="Francisco Garcia" userId="7b48d69e-d64f-4ea0-a06a-6734ec0f2b1e" providerId="ADAL" clId="{1BCCE5D3-C801-4C5D-8782-833B02D46E17}"/>
    <pc:docChg chg="undo custSel addSld delSld modSld sldOrd addSection modSection">
      <pc:chgData name="Francisco Garcia" userId="7b48d69e-d64f-4ea0-a06a-6734ec0f2b1e" providerId="ADAL" clId="{1BCCE5D3-C801-4C5D-8782-833B02D46E17}" dt="2025-12-01T11:24:50.387" v="17714" actId="20577"/>
      <pc:docMkLst>
        <pc:docMk/>
      </pc:docMkLst>
      <pc:sldChg chg="add">
        <pc:chgData name="Francisco Garcia" userId="7b48d69e-d64f-4ea0-a06a-6734ec0f2b1e" providerId="ADAL" clId="{1BCCE5D3-C801-4C5D-8782-833B02D46E17}" dt="2025-11-26T16:37:49.032" v="11552"/>
        <pc:sldMkLst>
          <pc:docMk/>
          <pc:sldMk cId="977108737" sldId="2147377670"/>
        </pc:sldMkLst>
      </pc:sldChg>
      <pc:sldChg chg="add">
        <pc:chgData name="Francisco Garcia" userId="7b48d69e-d64f-4ea0-a06a-6734ec0f2b1e" providerId="ADAL" clId="{1BCCE5D3-C801-4C5D-8782-833B02D46E17}" dt="2025-11-26T16:34:53.866" v="11532"/>
        <pc:sldMkLst>
          <pc:docMk/>
          <pc:sldMk cId="2278708082" sldId="2147377700"/>
        </pc:sldMkLst>
      </pc:sldChg>
    </pc:docChg>
  </pc:docChgLst>
  <pc:docChgLst>
    <pc:chgData name="Francisco Garcia" userId="7b48d69e-d64f-4ea0-a06a-6734ec0f2b1e" providerId="ADAL" clId="{1DE1674C-7559-4497-9CE5-5B7E10645B4B}"/>
    <pc:docChg chg="undo custSel addSld modSld modSection">
      <pc:chgData name="Francisco Garcia" userId="7b48d69e-d64f-4ea0-a06a-6734ec0f2b1e" providerId="ADAL" clId="{1DE1674C-7559-4497-9CE5-5B7E10645B4B}" dt="2025-11-25T15:26:21.600" v="404" actId="1076"/>
      <pc:docMkLst>
        <pc:docMk/>
      </pc:docMkLst>
    </pc:docChg>
  </pc:docChgLst>
  <pc:docChgLst>
    <pc:chgData name="José Zerna Torres" userId="22468d37-2ccd-4232-b118-ae8bf0559c18" providerId="ADAL" clId="{A90368A7-78C8-5680-87D9-9E6FCC8F72EE}"/>
    <pc:docChg chg="modSld">
      <pc:chgData name="José Zerna Torres" userId="22468d37-2ccd-4232-b118-ae8bf0559c18" providerId="ADAL" clId="{A90368A7-78C8-5680-87D9-9E6FCC8F72EE}" dt="2025-12-17T10:38:49.145" v="0" actId="1076"/>
      <pc:docMkLst>
        <pc:docMk/>
      </pc:docMkLst>
      <pc:sldChg chg="modSp mod">
        <pc:chgData name="José Zerna Torres" userId="22468d37-2ccd-4232-b118-ae8bf0559c18" providerId="ADAL" clId="{A90368A7-78C8-5680-87D9-9E6FCC8F72EE}" dt="2025-12-17T10:38:49.145" v="0" actId="1076"/>
        <pc:sldMkLst>
          <pc:docMk/>
          <pc:sldMk cId="2278708082" sldId="2147377700"/>
        </pc:sldMkLst>
        <pc:picChg chg="mod">
          <ac:chgData name="José Zerna Torres" userId="22468d37-2ccd-4232-b118-ae8bf0559c18" providerId="ADAL" clId="{A90368A7-78C8-5680-87D9-9E6FCC8F72EE}" dt="2025-12-17T10:38:49.145" v="0" actId="1076"/>
          <ac:picMkLst>
            <pc:docMk/>
            <pc:sldMk cId="2278708082" sldId="2147377700"/>
            <ac:picMk id="24" creationId="{C0ED3BE8-3CC7-5459-5FD4-C291973ACC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A7BD2-C2B6-4B55-92DC-4CC3A74F7E8C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2D9F3-0BD2-4BA7-B11F-7FC0786FC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61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 the diameter of the cels is 2 Km each, so travelling at a speed of 20 </a:t>
            </a:r>
            <a:r>
              <a:rPr lang="en-GB" dirty="0" err="1"/>
              <a:t>ms</a:t>
            </a:r>
            <a:r>
              <a:rPr lang="en-GB" dirty="0"/>
              <a:t>, you need at least 300 seconds of time to cross all 3 cells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D9F3-0BD2-4BA7-B11F-7FC0786FCF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3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3">
            <a:extLst>
              <a:ext uri="{FF2B5EF4-FFF2-40B4-BE49-F238E27FC236}">
                <a16:creationId xmlns:a16="http://schemas.microsoft.com/office/drawing/2014/main" id="{570BD540-4FEF-AB4D-91E5-E26413DD6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6608DFD9-D976-CA44-AB7C-48FC98B198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12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18A7A323-C30A-3049-89BD-D5DD3A50B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6CA7A6-F645-4980-A2CC-A96CE98EF50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15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2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pos="7152" userDrawn="1">
          <p15:clr>
            <a:srgbClr val="FBAE40"/>
          </p15:clr>
        </p15:guide>
        <p15:guide id="7" orient="horz" pos="7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1191548F-C037-D647-ACC2-6080DD579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E4B21DCD-7B35-9343-AFE7-EA8C4A6345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19055-631B-4A4E-9F2F-FAE6092892A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4945" y="1956816"/>
            <a:ext cx="10640085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Placeholder 3">
            <a:extLst>
              <a:ext uri="{FF2B5EF4-FFF2-40B4-BE49-F238E27FC236}">
                <a16:creationId xmlns:a16="http://schemas.microsoft.com/office/drawing/2014/main" id="{11FF4F54-F7FD-DD43-9035-9F3CA295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45DE6FD-D36C-C963-8090-4D31BA0CE1B4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>
          <a:xfrm>
            <a:off x="2362200" y="6389016"/>
            <a:ext cx="8077200" cy="230832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76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orient="horz" pos="528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624" userDrawn="1">
          <p15:clr>
            <a:srgbClr val="FBAE40"/>
          </p15:clr>
        </p15:guide>
        <p15:guide id="9" pos="432" userDrawn="1">
          <p15:clr>
            <a:srgbClr val="FBAE40"/>
          </p15:clr>
        </p15:guide>
        <p15:guide id="10" orient="horz" pos="768" userDrawn="1">
          <p15:clr>
            <a:srgbClr val="FBAE40"/>
          </p15:clr>
        </p15:guide>
        <p15:guide id="11" orient="horz" pos="10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BEE67AED-D594-B643-8EBE-2DA6FD44BD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sp>
        <p:nvSpPr>
          <p:cNvPr id="17" name="Title Placeholder 3">
            <a:extLst>
              <a:ext uri="{FF2B5EF4-FFF2-40B4-BE49-F238E27FC236}">
                <a16:creationId xmlns:a16="http://schemas.microsoft.com/office/drawing/2014/main" id="{2617F8F5-C25D-0343-89B2-64483998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8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19A04097-824C-564F-A0C3-1CEFF5E04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41C6D9C-5CFD-B34A-AE2A-C9AA40B4DC8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103" y="1956816"/>
            <a:ext cx="4638897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63A4C70-EBC8-DD40-A6FD-BEAE06B8DB6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6000" y="1956816"/>
            <a:ext cx="4638897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3D9A1A-4B4D-43C0-B9D5-AF06B99DACE0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18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60" userDrawn="1">
          <p15:clr>
            <a:srgbClr val="FBAE40"/>
          </p15:clr>
        </p15:guide>
        <p15:guide id="5" pos="7152" userDrawn="1">
          <p15:clr>
            <a:srgbClr val="FBAE40"/>
          </p15:clr>
        </p15:guide>
        <p15:guide id="6" pos="432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360" userDrawn="1">
          <p15:clr>
            <a:srgbClr val="FBAE40"/>
          </p15:clr>
        </p15:guide>
        <p15:guide id="9" userDrawn="1">
          <p15:clr>
            <a:srgbClr val="FBAE40"/>
          </p15:clr>
        </p15:guide>
        <p15:guide id="10" orient="horz" pos="768" userDrawn="1">
          <p15:clr>
            <a:srgbClr val="FBAE40"/>
          </p15:clr>
        </p15:guide>
        <p15:guide id="11" pos="33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3">
            <a:extLst>
              <a:ext uri="{FF2B5EF4-FFF2-40B4-BE49-F238E27FC236}">
                <a16:creationId xmlns:a16="http://schemas.microsoft.com/office/drawing/2014/main" id="{CD2E9ECA-BB73-5446-94C6-7D515256A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CD776A90-3591-4F4A-A6BD-AFC4368557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15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2D06CFF0-8DC9-7E41-AC40-F94BE31D7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00BAC10-21FA-674B-9265-1079E58C87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103" y="1956816"/>
            <a:ext cx="3152997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7CD4539-19F2-514E-A69E-E54F09AEBF5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67200" y="1956816"/>
            <a:ext cx="3152997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E167795-E8E3-0B4D-94E4-420F0EA6AE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48600" y="1956816"/>
            <a:ext cx="3152997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8B1714-0022-450E-9D16-F73732483161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5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152" userDrawn="1">
          <p15:clr>
            <a:srgbClr val="FBAE40"/>
          </p15:clr>
        </p15:guide>
        <p15:guide id="6" orient="horz" pos="4152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pos="432" userDrawn="1">
          <p15:clr>
            <a:srgbClr val="FBAE40"/>
          </p15:clr>
        </p15:guide>
        <p15:guide id="9" orient="horz" pos="3360" userDrawn="1">
          <p15:clr>
            <a:srgbClr val="FBAE40"/>
          </p15:clr>
        </p15:guide>
        <p15:guide id="10" pos="2424" userDrawn="1">
          <p15:clr>
            <a:srgbClr val="FBAE40"/>
          </p15:clr>
        </p15:guide>
        <p15:guide id="11" pos="2688" userDrawn="1">
          <p15:clr>
            <a:srgbClr val="FBAE40"/>
          </p15:clr>
        </p15:guide>
        <p15:guide id="12" pos="4680" userDrawn="1">
          <p15:clr>
            <a:srgbClr val="FBAE40"/>
          </p15:clr>
        </p15:guide>
        <p15:guide id="13" pos="4944" userDrawn="1">
          <p15:clr>
            <a:srgbClr val="FBAE40"/>
          </p15:clr>
        </p15:guide>
        <p15:guide id="14" orient="horz" pos="7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Phot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39762CA6-FE28-CB4A-9679-A779F7045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543"/>
            <a:ext cx="12192000" cy="683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C698969-5782-7844-892C-FF02731C21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FDCA00A-0B78-6444-90B3-2F7C3529B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289" y="3187645"/>
            <a:ext cx="10515600" cy="132959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old" panose="020B0704020202090204" charset="0"/>
                <a:cs typeface="Arial Bold" panose="020B070402020209020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bg1"/>
                </a:solidFill>
              </a:rPr>
              <a:t>Lorem ipsum dolor sit</a:t>
            </a:r>
            <a:br>
              <a:rPr lang="en-US">
                <a:solidFill>
                  <a:schemeClr val="bg1"/>
                </a:solidFill>
              </a:rPr>
            </a:br>
            <a:r>
              <a:rPr lang="en-US" err="1">
                <a:solidFill>
                  <a:schemeClr val="bg1"/>
                </a:solidFill>
              </a:rPr>
              <a:t>consect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adipiscing</a:t>
            </a:r>
            <a:r>
              <a:rPr lang="en-US">
                <a:solidFill>
                  <a:schemeClr val="bg1"/>
                </a:solidFill>
              </a:rPr>
              <a:t>.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old" panose="020B0704020202090204" charset="0"/>
              <a:ea typeface="+mn-ea"/>
              <a:cs typeface="Arial Bold" panose="020B0704020202090204" charset="0"/>
            </a:endParaRPr>
          </a:p>
        </p:txBody>
      </p:sp>
      <p:sp>
        <p:nvSpPr>
          <p:cNvPr id="9" name="Text Placeholder 55">
            <a:extLst>
              <a:ext uri="{FF2B5EF4-FFF2-40B4-BE49-F238E27FC236}">
                <a16:creationId xmlns:a16="http://schemas.microsoft.com/office/drawing/2014/main" id="{25E67E77-32D0-4E4D-8111-2B9C52C274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433" y="5076567"/>
            <a:ext cx="6190488" cy="5614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 Title</a:t>
            </a:r>
            <a:b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</p:txBody>
      </p:sp>
      <p:pic>
        <p:nvPicPr>
          <p:cNvPr id="13" name="Picture 9" descr="Frame">
            <a:extLst>
              <a:ext uri="{FF2B5EF4-FFF2-40B4-BE49-F238E27FC236}">
                <a16:creationId xmlns:a16="http://schemas.microsoft.com/office/drawing/2014/main" id="{4A2703B9-B575-CC41-ADE4-1FAAC7A1E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730" y="352425"/>
            <a:ext cx="1253490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40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0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  <p15:guide id="7" orient="horz" pos="23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9" descr="Frame">
            <a:extLst>
              <a:ext uri="{FF2B5EF4-FFF2-40B4-BE49-F238E27FC236}">
                <a16:creationId xmlns:a16="http://schemas.microsoft.com/office/drawing/2014/main" id="{02E32ABF-954C-2B41-BDC2-8F5795EC5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730" y="352425"/>
            <a:ext cx="1253490" cy="219075"/>
          </a:xfrm>
          <a:prstGeom prst="rect">
            <a:avLst/>
          </a:prstGeom>
        </p:spPr>
      </p:pic>
      <p:sp>
        <p:nvSpPr>
          <p:cNvPr id="14" name="Text Placeholder 55">
            <a:extLst>
              <a:ext uri="{FF2B5EF4-FFF2-40B4-BE49-F238E27FC236}">
                <a16:creationId xmlns:a16="http://schemas.microsoft.com/office/drawing/2014/main" id="{72BE1150-7599-F341-92C3-A04933DFFD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433" y="5076567"/>
            <a:ext cx="6190488" cy="5614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 Title</a:t>
            </a:r>
            <a:b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98C0A-C3E1-9045-AAAE-6F4892A3F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289" y="3187645"/>
            <a:ext cx="10515600" cy="132959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old" panose="020B0704020202090204" charset="0"/>
                <a:cs typeface="Arial Bold" panose="020B070402020209020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bg1"/>
                </a:solidFill>
              </a:rPr>
              <a:t>Lorem ipsum dolor sit</a:t>
            </a:r>
            <a:br>
              <a:rPr lang="en-US">
                <a:solidFill>
                  <a:schemeClr val="bg1"/>
                </a:solidFill>
              </a:rPr>
            </a:br>
            <a:r>
              <a:rPr lang="en-US" err="1">
                <a:solidFill>
                  <a:schemeClr val="bg1"/>
                </a:solidFill>
              </a:rPr>
              <a:t>consect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adipiscing</a:t>
            </a:r>
            <a:r>
              <a:rPr lang="en-US">
                <a:solidFill>
                  <a:schemeClr val="bg1"/>
                </a:solidFill>
              </a:rPr>
              <a:t>.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old" panose="020B0704020202090204" charset="0"/>
              <a:ea typeface="+mn-ea"/>
              <a:cs typeface="Arial Bold" panose="020B070402020209020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134E77-08B8-9048-9E65-FC8F726903BF}"/>
              </a:ext>
            </a:extLst>
          </p:cNvPr>
          <p:cNvSpPr/>
          <p:nvPr/>
        </p:nvSpPr>
        <p:spPr>
          <a:xfrm>
            <a:off x="10948086" y="6054812"/>
            <a:ext cx="815546" cy="605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7258" err="1"/>
          </a:p>
        </p:txBody>
      </p:sp>
    </p:spTree>
    <p:extLst>
      <p:ext uri="{BB962C8B-B14F-4D97-AF65-F5344CB8AC3E}">
        <p14:creationId xmlns:p14="http://schemas.microsoft.com/office/powerpoint/2010/main" val="472763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  <p15:guide id="7" orient="horz" pos="23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ack with Waterm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576FFF-E9F4-9A4F-A76D-C7C32F700137}"/>
              </a:ext>
            </a:extLst>
          </p:cNvPr>
          <p:cNvSpPr/>
          <p:nvPr/>
        </p:nvSpPr>
        <p:spPr>
          <a:xfrm>
            <a:off x="10948086" y="6054812"/>
            <a:ext cx="815546" cy="6054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7258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1E1C3-4B8D-0E46-84F5-2CBBCB32F3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9" descr="Frame">
            <a:extLst>
              <a:ext uri="{FF2B5EF4-FFF2-40B4-BE49-F238E27FC236}">
                <a16:creationId xmlns:a16="http://schemas.microsoft.com/office/drawing/2014/main" id="{02E32ABF-954C-2B41-BDC2-8F5795EC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730" y="352425"/>
            <a:ext cx="1253490" cy="219075"/>
          </a:xfrm>
          <a:prstGeom prst="rect">
            <a:avLst/>
          </a:prstGeom>
        </p:spPr>
      </p:pic>
      <p:sp>
        <p:nvSpPr>
          <p:cNvPr id="14" name="Text Placeholder 55">
            <a:extLst>
              <a:ext uri="{FF2B5EF4-FFF2-40B4-BE49-F238E27FC236}">
                <a16:creationId xmlns:a16="http://schemas.microsoft.com/office/drawing/2014/main" id="{72BE1150-7599-F341-92C3-A04933DFFD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433" y="5076567"/>
            <a:ext cx="6190488" cy="5614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 Title</a:t>
            </a:r>
            <a:b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98C0A-C3E1-9045-AAAE-6F4892A3F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289" y="3187645"/>
            <a:ext cx="10515600" cy="132959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old" panose="020B0704020202090204" charset="0"/>
                <a:cs typeface="Arial Bold" panose="020B070402020209020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bg1"/>
                </a:solidFill>
              </a:rPr>
              <a:t>Lorem ipsum dolor sit</a:t>
            </a:r>
            <a:br>
              <a:rPr lang="en-US">
                <a:solidFill>
                  <a:schemeClr val="bg1"/>
                </a:solidFill>
              </a:rPr>
            </a:br>
            <a:r>
              <a:rPr lang="en-US" err="1">
                <a:solidFill>
                  <a:schemeClr val="bg1"/>
                </a:solidFill>
              </a:rPr>
              <a:t>consect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adipiscing</a:t>
            </a:r>
            <a:r>
              <a:rPr lang="en-US">
                <a:solidFill>
                  <a:schemeClr val="bg1"/>
                </a:solidFill>
              </a:rPr>
              <a:t>.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old" panose="020B0704020202090204" charset="0"/>
              <a:ea typeface="+mn-ea"/>
              <a:cs typeface="Arial Bold" panose="020B070402020209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359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  <p15:guide id="7" orient="horz" pos="23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a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367A8948-9A9A-C749-98E6-E03CD6687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8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B2ACA636-7711-1E45-B595-A50A28F1D5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38200" y="352425"/>
            <a:ext cx="1243330" cy="219075"/>
          </a:xfrm>
          <a:prstGeom prst="rect">
            <a:avLst/>
          </a:prstGeom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1892E4B3-6A67-8743-9A55-704CF219A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276" y="3191677"/>
            <a:ext cx="10515600" cy="132556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Lorem ipsum dolor sit</a:t>
            </a:r>
            <a:br>
              <a:rPr lang="en-US">
                <a:solidFill>
                  <a:schemeClr val="tx1"/>
                </a:solidFill>
              </a:rPr>
            </a:br>
            <a:r>
              <a:rPr lang="en-US" err="1">
                <a:solidFill>
                  <a:schemeClr val="tx1"/>
                </a:solidFill>
              </a:rPr>
              <a:t>consect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adipiscing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Text Placeholder 55">
            <a:extLst>
              <a:ext uri="{FF2B5EF4-FFF2-40B4-BE49-F238E27FC236}">
                <a16:creationId xmlns:a16="http://schemas.microsoft.com/office/drawing/2014/main" id="{C019AF57-8294-7C4C-B419-5DDC88CF7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434" y="5076567"/>
            <a:ext cx="6190428" cy="5614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 Title</a:t>
            </a:r>
            <a:b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>
                <a:solidFill>
                  <a:srgbClr val="E90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91643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152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23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6670A71-03FD-284C-90FD-84BB9921C10D}"/>
              </a:ext>
            </a:extLst>
          </p:cNvPr>
          <p:cNvSpPr txBox="1">
            <a:spLocks/>
          </p:cNvSpPr>
          <p:nvPr/>
        </p:nvSpPr>
        <p:spPr>
          <a:xfrm>
            <a:off x="6095999" y="1876527"/>
            <a:ext cx="5275730" cy="37158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old" panose="020B0704020202090204" charset="0"/>
                <a:ea typeface="+mj-ea"/>
                <a:cs typeface="Arial Bold" panose="020B0704020202090204" charset="0"/>
              </a:defRPr>
            </a:lvl1pPr>
          </a:lstStyle>
          <a:p>
            <a:pPr>
              <a:lnSpc>
                <a:spcPct val="90000"/>
              </a:lnSpc>
              <a:defRPr/>
            </a:pPr>
            <a:endParaRPr lang="en-US" sz="2400">
              <a:ea typeface="+mn-ea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50815-B951-FB4F-98C3-6F9C392933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2142" y="1600200"/>
            <a:ext cx="4851659" cy="40087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3EAAB0-E5E4-274A-8E9C-BB2E1EC7A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4945" y="1600200"/>
            <a:ext cx="4851659" cy="40087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85CFFAC5-B629-C048-8B4E-7EBD0F6B8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9" name="Title Placeholder 3">
            <a:extLst>
              <a:ext uri="{FF2B5EF4-FFF2-40B4-BE49-F238E27FC236}">
                <a16:creationId xmlns:a16="http://schemas.microsoft.com/office/drawing/2014/main" id="{C674C98B-3A1C-214D-812E-783315BE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BFBCB0-BCA1-4B2F-820E-516C6B7E42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61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480" userDrawn="1">
          <p15:clr>
            <a:srgbClr val="FBAE40"/>
          </p15:clr>
        </p15:guide>
        <p15:guide id="4" orient="horz" pos="3953" userDrawn="1">
          <p15:clr>
            <a:srgbClr val="FBAE40"/>
          </p15:clr>
        </p15:guide>
        <p15:guide id="5" pos="7152" userDrawn="1">
          <p15:clr>
            <a:srgbClr val="FBAE40"/>
          </p15:clr>
        </p15:guide>
        <p15:guide id="6" orient="horz" pos="600" userDrawn="1">
          <p15:clr>
            <a:srgbClr val="FBAE40"/>
          </p15:clr>
        </p15:guide>
        <p15:guide id="7" pos="432" userDrawn="1">
          <p15:clr>
            <a:srgbClr val="FBAE40"/>
          </p15:clr>
        </p15:guide>
        <p15:guide id="8" pos="4080" userDrawn="1">
          <p15:clr>
            <a:srgbClr val="FBAE40"/>
          </p15:clr>
        </p15:guide>
        <p15:guide id="9" orient="horz" pos="1008" userDrawn="1">
          <p15:clr>
            <a:srgbClr val="FBAE40"/>
          </p15:clr>
        </p15:guide>
        <p15:guide id="10" orient="horz" pos="35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6670A71-03FD-284C-90FD-84BB9921C10D}"/>
              </a:ext>
            </a:extLst>
          </p:cNvPr>
          <p:cNvSpPr txBox="1">
            <a:spLocks/>
          </p:cNvSpPr>
          <p:nvPr/>
        </p:nvSpPr>
        <p:spPr>
          <a:xfrm>
            <a:off x="6095999" y="1876527"/>
            <a:ext cx="5275730" cy="37158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old" panose="020B0704020202090204" charset="0"/>
                <a:ea typeface="+mj-ea"/>
                <a:cs typeface="Arial Bold" panose="020B0704020202090204" charset="0"/>
              </a:defRPr>
            </a:lvl1pPr>
          </a:lstStyle>
          <a:p>
            <a:pPr>
              <a:lnSpc>
                <a:spcPct val="90000"/>
              </a:lnSpc>
              <a:defRPr/>
            </a:pPr>
            <a:endParaRPr lang="en-US" sz="2400">
              <a:ea typeface="+mn-ea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3EAAB0-E5E4-274A-8E9C-BB2E1EC7A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4944" y="1600200"/>
            <a:ext cx="10526428" cy="40087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85CFFAC5-B629-C048-8B4E-7EBD0F6B8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4E447793-F4F4-1F42-8DA4-7DBF5378383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sp>
        <p:nvSpPr>
          <p:cNvPr id="9" name="Title Placeholder 3">
            <a:extLst>
              <a:ext uri="{FF2B5EF4-FFF2-40B4-BE49-F238E27FC236}">
                <a16:creationId xmlns:a16="http://schemas.microsoft.com/office/drawing/2014/main" id="{4397E0C2-1A0E-7B45-B246-01690FB5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82CB0D-FCAC-4933-B205-18037BD7365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5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480" userDrawn="1">
          <p15:clr>
            <a:srgbClr val="FBAE40"/>
          </p15:clr>
        </p15:guide>
        <p15:guide id="4" orient="horz" pos="3953" userDrawn="1">
          <p15:clr>
            <a:srgbClr val="FBAE40"/>
          </p15:clr>
        </p15:guide>
        <p15:guide id="5" pos="7152" userDrawn="1">
          <p15:clr>
            <a:srgbClr val="FBAE40"/>
          </p15:clr>
        </p15:guide>
        <p15:guide id="6" orient="horz" pos="600" userDrawn="1">
          <p15:clr>
            <a:srgbClr val="FBAE40"/>
          </p15:clr>
        </p15:guide>
        <p15:guide id="7" pos="432" userDrawn="1">
          <p15:clr>
            <a:srgbClr val="FBAE40"/>
          </p15:clr>
        </p15:guide>
        <p15:guide id="8" pos="4080" userDrawn="1">
          <p15:clr>
            <a:srgbClr val="FBAE40"/>
          </p15:clr>
        </p15:guide>
        <p15:guide id="9" orient="horz" pos="1008" userDrawn="1">
          <p15:clr>
            <a:srgbClr val="FBAE40"/>
          </p15:clr>
        </p15:guide>
        <p15:guide id="10" orient="horz" pos="35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TAR Bullet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6670A71-03FD-284C-90FD-84BB9921C10D}"/>
              </a:ext>
            </a:extLst>
          </p:cNvPr>
          <p:cNvSpPr txBox="1">
            <a:spLocks/>
          </p:cNvSpPr>
          <p:nvPr/>
        </p:nvSpPr>
        <p:spPr>
          <a:xfrm>
            <a:off x="6095999" y="1876527"/>
            <a:ext cx="5275730" cy="37158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old" panose="020B0704020202090204" charset="0"/>
                <a:ea typeface="+mj-ea"/>
                <a:cs typeface="Arial Bold" panose="020B0704020202090204" charset="0"/>
              </a:defRPr>
            </a:lvl1pPr>
          </a:lstStyle>
          <a:p>
            <a:pPr>
              <a:lnSpc>
                <a:spcPct val="90000"/>
              </a:lnSpc>
              <a:defRPr/>
            </a:pPr>
            <a:endParaRPr lang="en-US" sz="2400">
              <a:ea typeface="+mn-ea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3EAAB0-E5E4-274A-8E9C-BB2E1EC7A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4944" y="1600200"/>
            <a:ext cx="10526428" cy="40087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85CFFAC5-B629-C048-8B4E-7EBD0F6B8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4E447793-F4F4-1F42-8DA4-7DBF5378383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sp>
        <p:nvSpPr>
          <p:cNvPr id="9" name="Title Placeholder 3">
            <a:extLst>
              <a:ext uri="{FF2B5EF4-FFF2-40B4-BE49-F238E27FC236}">
                <a16:creationId xmlns:a16="http://schemas.microsoft.com/office/drawing/2014/main" id="{4397E0C2-1A0E-7B45-B246-01690FB5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2E5ED4-BC00-0669-DC9A-431DD02FEBBC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>
          <a:xfrm>
            <a:off x="2362200" y="6389016"/>
            <a:ext cx="8077200" cy="230832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70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480" userDrawn="1">
          <p15:clr>
            <a:srgbClr val="FBAE40"/>
          </p15:clr>
        </p15:guide>
        <p15:guide id="4" orient="horz" pos="3953" userDrawn="1">
          <p15:clr>
            <a:srgbClr val="FBAE40"/>
          </p15:clr>
        </p15:guide>
        <p15:guide id="5" pos="7152" userDrawn="1">
          <p15:clr>
            <a:srgbClr val="FBAE40"/>
          </p15:clr>
        </p15:guide>
        <p15:guide id="6" orient="horz" pos="600" userDrawn="1">
          <p15:clr>
            <a:srgbClr val="FBAE40"/>
          </p15:clr>
        </p15:guide>
        <p15:guide id="7" pos="432" userDrawn="1">
          <p15:clr>
            <a:srgbClr val="FBAE40"/>
          </p15:clr>
        </p15:guide>
        <p15:guide id="8" pos="4080" userDrawn="1">
          <p15:clr>
            <a:srgbClr val="FBAE40"/>
          </p15:clr>
        </p15:guide>
        <p15:guide id="9" orient="horz" pos="1008" userDrawn="1">
          <p15:clr>
            <a:srgbClr val="FBAE40"/>
          </p15:clr>
        </p15:guide>
        <p15:guide id="10" orient="horz" pos="35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AR Bullet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6670A71-03FD-284C-90FD-84BB9921C10D}"/>
              </a:ext>
            </a:extLst>
          </p:cNvPr>
          <p:cNvSpPr txBox="1">
            <a:spLocks/>
          </p:cNvSpPr>
          <p:nvPr/>
        </p:nvSpPr>
        <p:spPr>
          <a:xfrm>
            <a:off x="6095999" y="1876527"/>
            <a:ext cx="5275730" cy="37158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old" panose="020B0704020202090204" charset="0"/>
                <a:ea typeface="+mj-ea"/>
                <a:cs typeface="Arial Bold" panose="020B0704020202090204" charset="0"/>
              </a:defRPr>
            </a:lvl1pPr>
          </a:lstStyle>
          <a:p>
            <a:pPr>
              <a:lnSpc>
                <a:spcPct val="90000"/>
              </a:lnSpc>
              <a:defRPr/>
            </a:pPr>
            <a:endParaRPr lang="en-US" sz="2400">
              <a:ea typeface="+mn-ea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3EAAB0-E5E4-274A-8E9C-BB2E1EC7A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4944" y="1600200"/>
            <a:ext cx="10526428" cy="40087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85CFFAC5-B629-C048-8B4E-7EBD0F6B8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4E447793-F4F4-1F42-8DA4-7DBF5378383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sp>
        <p:nvSpPr>
          <p:cNvPr id="9" name="Title Placeholder 3">
            <a:extLst>
              <a:ext uri="{FF2B5EF4-FFF2-40B4-BE49-F238E27FC236}">
                <a16:creationId xmlns:a16="http://schemas.microsoft.com/office/drawing/2014/main" id="{4397E0C2-1A0E-7B45-B246-01690FB5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2E5ED4-BC00-0669-DC9A-431DD02FEBBC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>
          <a:xfrm>
            <a:off x="2362200" y="6389016"/>
            <a:ext cx="8077200" cy="230832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6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480" userDrawn="1">
          <p15:clr>
            <a:srgbClr val="FBAE40"/>
          </p15:clr>
        </p15:guide>
        <p15:guide id="4" orient="horz" pos="3953" userDrawn="1">
          <p15:clr>
            <a:srgbClr val="FBAE40"/>
          </p15:clr>
        </p15:guide>
        <p15:guide id="5" pos="7152" userDrawn="1">
          <p15:clr>
            <a:srgbClr val="FBAE40"/>
          </p15:clr>
        </p15:guide>
        <p15:guide id="6" orient="horz" pos="600" userDrawn="1">
          <p15:clr>
            <a:srgbClr val="FBAE40"/>
          </p15:clr>
        </p15:guide>
        <p15:guide id="7" pos="432" userDrawn="1">
          <p15:clr>
            <a:srgbClr val="FBAE40"/>
          </p15:clr>
        </p15:guide>
        <p15:guide id="8" pos="4080" userDrawn="1">
          <p15:clr>
            <a:srgbClr val="FBAE40"/>
          </p15:clr>
        </p15:guide>
        <p15:guide id="9" orient="horz" pos="1008" userDrawn="1">
          <p15:clr>
            <a:srgbClr val="FBAE40"/>
          </p15:clr>
        </p15:guide>
        <p15:guide id="10" orient="horz" pos="35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Divider Wav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picture containing shape&#10;&#10;Description automatically generated">
            <a:extLst>
              <a:ext uri="{FF2B5EF4-FFF2-40B4-BE49-F238E27FC236}">
                <a16:creationId xmlns:a16="http://schemas.microsoft.com/office/drawing/2014/main" id="{34A7F196-5670-AD4E-BF48-11F2AB93F4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913F8298-BACD-5E41-AEE5-78D60F844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593913"/>
            <a:ext cx="9553902" cy="1107996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old" panose="020B0704020202090204" charset="0"/>
                <a:cs typeface="Arial Bold" panose="020B070402020209020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bg1"/>
                </a:solidFill>
              </a:rPr>
              <a:t>Lorem ipsum dolor sit</a:t>
            </a:r>
            <a:br>
              <a:rPr lang="en-US">
                <a:solidFill>
                  <a:schemeClr val="bg1"/>
                </a:solidFill>
              </a:rPr>
            </a:br>
            <a:r>
              <a:rPr lang="en-US" err="1">
                <a:solidFill>
                  <a:schemeClr val="bg1"/>
                </a:solidFill>
              </a:rPr>
              <a:t>consect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adipiscing</a:t>
            </a:r>
            <a:r>
              <a:rPr lang="en-US">
                <a:solidFill>
                  <a:schemeClr val="bg1"/>
                </a:solidFill>
              </a:rPr>
              <a:t>.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old" panose="020B0704020202090204" charset="0"/>
              <a:ea typeface="+mn-ea"/>
              <a:cs typeface="Arial Bold" panose="020B070402020209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234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pos="7152" userDrawn="1">
          <p15:clr>
            <a:srgbClr val="FBAE40"/>
          </p15:clr>
        </p15:guide>
        <p15:guide id="7" orient="horz" pos="64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Divider Wav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B3DCC914-95DC-B04F-BDCE-923C4DCE77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913F8298-BACD-5E41-AEE5-78D60F844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802" y="376347"/>
            <a:ext cx="9555480" cy="13255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>
                <a:solidFill>
                  <a:schemeClr val="tx1"/>
                </a:solidFill>
              </a:rPr>
              <a:t>Lorem ipsum dolor sit</a:t>
            </a:r>
            <a:br>
              <a:rPr lang="en-US">
                <a:solidFill>
                  <a:schemeClr val="tx1"/>
                </a:solidFill>
              </a:rPr>
            </a:br>
            <a:r>
              <a:rPr lang="en-US" err="1">
                <a:solidFill>
                  <a:schemeClr val="tx1"/>
                </a:solidFill>
              </a:rPr>
              <a:t>consect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adipiscing</a:t>
            </a:r>
            <a:r>
              <a:rPr lang="en-US">
                <a:solidFill>
                  <a:schemeClr val="tx1"/>
                </a:solidFill>
              </a:rPr>
              <a:t>.</a:t>
            </a:r>
            <a:endParaRPr lang="en-US">
              <a:solidFill>
                <a:schemeClr val="tx1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876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  <p15:guide id="7" orient="horz" pos="648" userDrawn="1">
          <p15:clr>
            <a:srgbClr val="FBAE40"/>
          </p15:clr>
        </p15:guide>
        <p15:guide id="8" pos="645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TAR 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B3DCC914-95DC-B04F-BDCE-923C4DCE77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F3660D-F539-6FE7-37C5-D818F7DBF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802" y="376347"/>
            <a:ext cx="9555480" cy="1325563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ITAR</a:t>
            </a:r>
            <a:r>
              <a:rPr lang="en-US"/>
              <a:t> Export Control Statement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198922-0EC7-BBE0-506E-94ED47CC87A2}"/>
              </a:ext>
            </a:extLst>
          </p:cNvPr>
          <p:cNvSpPr txBox="1">
            <a:spLocks/>
          </p:cNvSpPr>
          <p:nvPr/>
        </p:nvSpPr>
        <p:spPr>
          <a:xfrm>
            <a:off x="851802" y="1905000"/>
            <a:ext cx="9555480" cy="146193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/>
              <a:t>The information contained in this document is controlled under the International Traffic in Arms Regulations (ITAR). Diversion contrary to U.S. law is prohibited.</a:t>
            </a:r>
          </a:p>
          <a:p>
            <a:pPr>
              <a:spcBef>
                <a:spcPts val="1800"/>
              </a:spcBef>
            </a:pPr>
            <a:r>
              <a:rPr lang="en-US" sz="2000" b="0"/>
              <a:t>U.S. Department of State authorization is required prior to export, reexport, transfer, or retransfer to foreign persons or parties.</a:t>
            </a:r>
          </a:p>
        </p:txBody>
      </p:sp>
    </p:spTree>
    <p:extLst>
      <p:ext uri="{BB962C8B-B14F-4D97-AF65-F5344CB8AC3E}">
        <p14:creationId xmlns:p14="http://schemas.microsoft.com/office/powerpoint/2010/main" val="304107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  <p15:guide id="7" orient="horz" pos="648" userDrawn="1">
          <p15:clr>
            <a:srgbClr val="FBAE40"/>
          </p15:clr>
        </p15:guide>
        <p15:guide id="8" pos="645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AR 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B3DCC914-95DC-B04F-BDCE-923C4DCE77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C8C4CE-C2D8-0B53-B95C-0BECD8942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802" y="376347"/>
            <a:ext cx="9555480" cy="1325563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EAR</a:t>
            </a:r>
            <a:r>
              <a:rPr lang="en-US"/>
              <a:t> Export Control Statement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6556C6-EC8B-5B00-78F3-4F00F81E0B1F}"/>
              </a:ext>
            </a:extLst>
          </p:cNvPr>
          <p:cNvSpPr txBox="1">
            <a:spLocks/>
          </p:cNvSpPr>
          <p:nvPr/>
        </p:nvSpPr>
        <p:spPr>
          <a:xfrm>
            <a:off x="851802" y="1905000"/>
            <a:ext cx="9555480" cy="146193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/>
              <a:t>The information contained in this document is subject to the Export Administration Regulations (EAR). Diversion contrary to U.S. law is prohibited.</a:t>
            </a:r>
          </a:p>
          <a:p>
            <a:pPr>
              <a:spcBef>
                <a:spcPts val="1800"/>
              </a:spcBef>
            </a:pPr>
            <a:r>
              <a:rPr lang="en-US" sz="2000" b="0"/>
              <a:t>U.S. Department of Commerce authorization may be required prior to export, reexport, transfer, or retransfer to certain destinations or foreign persons.</a:t>
            </a:r>
          </a:p>
        </p:txBody>
      </p:sp>
    </p:spTree>
    <p:extLst>
      <p:ext uri="{BB962C8B-B14F-4D97-AF65-F5344CB8AC3E}">
        <p14:creationId xmlns:p14="http://schemas.microsoft.com/office/powerpoint/2010/main" val="3233878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  <p15:guide id="7" orient="horz" pos="648" userDrawn="1">
          <p15:clr>
            <a:srgbClr val="FBAE40"/>
          </p15:clr>
        </p15:guide>
        <p15:guide id="8" pos="645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1191548F-C037-D647-ACC2-6080DD579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E4B21DCD-7B35-9343-AFE7-EA8C4A6345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sp>
        <p:nvSpPr>
          <p:cNvPr id="12" name="Title Placeholder 3">
            <a:extLst>
              <a:ext uri="{FF2B5EF4-FFF2-40B4-BE49-F238E27FC236}">
                <a16:creationId xmlns:a16="http://schemas.microsoft.com/office/drawing/2014/main" id="{11FF4F54-F7FD-DD43-9035-9F3CA295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28E68-FAFD-4459-B320-6AE6F3BB791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94944" y="1957388"/>
            <a:ext cx="10643616" cy="3785616"/>
          </a:xfrm>
          <a:prstGeom prst="rect">
            <a:avLst/>
          </a:prstGeom>
        </p:spPr>
        <p:txBody>
          <a:bodyPr lIns="0"/>
          <a:lstStyle>
            <a:lvl1pPr marL="182880" indent="-182880">
              <a:defRPr lang="en-US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5760" indent="-182880"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0352" indent="-164592">
              <a:defRPr lang="en-US" sz="1600" kern="120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7388" indent="-171450">
              <a:defRPr lang="en-US" sz="1400" b="0" kern="1200" cap="none" spc="0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58837" indent="-171450">
              <a:defRPr lang="en-US" sz="1200" b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2880" lvl="0" indent="-18288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82880" lvl="1" indent="-18288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82880" lvl="2" indent="-18288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82880" lvl="3" indent="-18288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82880" lvl="4" indent="-18288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E97B28-9F0A-426D-88B2-B1AB907B8220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orient="horz" pos="528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624" userDrawn="1">
          <p15:clr>
            <a:srgbClr val="FBAE40"/>
          </p15:clr>
        </p15:guide>
        <p15:guide id="9" pos="432" userDrawn="1">
          <p15:clr>
            <a:srgbClr val="FBAE40"/>
          </p15:clr>
        </p15:guide>
        <p15:guide id="10" orient="horz" pos="768" userDrawn="1">
          <p15:clr>
            <a:srgbClr val="FBAE40"/>
          </p15:clr>
        </p15:guide>
        <p15:guide id="11" orient="horz" pos="100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Divider Pho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4DE330-0E0A-6D4B-B75E-54639A746306}"/>
              </a:ext>
            </a:extLst>
          </p:cNvPr>
          <p:cNvCxnSpPr>
            <a:cxnSpLocks/>
          </p:cNvCxnSpPr>
          <p:nvPr/>
        </p:nvCxnSpPr>
        <p:spPr>
          <a:xfrm>
            <a:off x="1" y="3656330"/>
            <a:ext cx="4173855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7">
            <a:extLst>
              <a:ext uri="{FF2B5EF4-FFF2-40B4-BE49-F238E27FC236}">
                <a16:creationId xmlns:a16="http://schemas.microsoft.com/office/drawing/2014/main" id="{21BAC790-613F-D74E-B917-79BCD2C2A3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593" y="3968802"/>
            <a:ext cx="4173855" cy="1612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BE65ED-2C42-6C45-87F0-5DB87CD9CA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593" y="2844390"/>
            <a:ext cx="4173855" cy="58461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pic>
        <p:nvPicPr>
          <p:cNvPr id="16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034C2E59-271D-6C4A-8038-E9E044A69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380FA0B4-F59B-B04C-A69B-D46E237F67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599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7919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150" userDrawn="1">
          <p15:clr>
            <a:srgbClr val="FBAE40"/>
          </p15:clr>
        </p15:guide>
        <p15:guide id="5" orient="horz" pos="4056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pos="43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ondary Divider Pho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s 5">
            <a:extLst>
              <a:ext uri="{FF2B5EF4-FFF2-40B4-BE49-F238E27FC236}">
                <a16:creationId xmlns:a16="http://schemas.microsoft.com/office/drawing/2014/main" id="{601A91B5-142C-EF44-8BD1-D428B4550377}"/>
              </a:ext>
            </a:extLst>
          </p:cNvPr>
          <p:cNvSpPr/>
          <p:nvPr/>
        </p:nvSpPr>
        <p:spPr>
          <a:xfrm>
            <a:off x="9220199" y="0"/>
            <a:ext cx="29718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0CC39BC-F710-1546-ACFA-0E43B5E79B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415289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02C96D-28C4-5649-923F-CA153F97101D}"/>
              </a:ext>
            </a:extLst>
          </p:cNvPr>
          <p:cNvCxnSpPr>
            <a:cxnSpLocks/>
          </p:cNvCxnSpPr>
          <p:nvPr/>
        </p:nvCxnSpPr>
        <p:spPr>
          <a:xfrm>
            <a:off x="1" y="3656330"/>
            <a:ext cx="4173855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F339DFA3-546C-AF44-B0A5-033B53F454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593" y="3968802"/>
            <a:ext cx="4173855" cy="1612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7D5C518-FEA8-E448-83F0-4001C6F438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593" y="2844390"/>
            <a:ext cx="4173855" cy="58461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pic>
        <p:nvPicPr>
          <p:cNvPr id="15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13A3D60B-2009-AB4A-A28D-15D56C600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2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62" userDrawn="1">
          <p15:clr>
            <a:srgbClr val="FBAE40"/>
          </p15:clr>
        </p15:guide>
        <p15:guide id="5" pos="715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pos="43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1A192258-455F-3442-A2E0-56A7FB75F1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338" y="1043771"/>
            <a:ext cx="4152899" cy="27503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D4DD9269-3785-8647-8BB3-BF10B9C71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72961" y="1043771"/>
            <a:ext cx="4152899" cy="27503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EBAB1D1-DB03-5E4F-846D-6E5F43AD3C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339" y="3998913"/>
            <a:ext cx="884764" cy="790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4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E8A32A5-CE5B-DB42-A821-CBE26ED350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36104" y="3998913"/>
            <a:ext cx="2383369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595A6BF-6FE4-6C47-8010-4682EA0AE9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1338" y="4806730"/>
            <a:ext cx="3268133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3" name="Text Placeholder 27">
            <a:extLst>
              <a:ext uri="{FF2B5EF4-FFF2-40B4-BE49-F238E27FC236}">
                <a16:creationId xmlns:a16="http://schemas.microsoft.com/office/drawing/2014/main" id="{DC6997D2-7105-6544-8956-6944596800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72963" y="3998913"/>
            <a:ext cx="884763" cy="790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4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90EC7415-7456-DA4E-8456-22DF07BF7C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57725" y="3998913"/>
            <a:ext cx="2383370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8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1C1B3211-34C3-EE4E-8E4E-1F0BE38B92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2961" y="4806730"/>
            <a:ext cx="3268133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FFB61E-300E-B84F-8EB9-38EC37E9BACB}"/>
              </a:ext>
            </a:extLst>
          </p:cNvPr>
          <p:cNvCxnSpPr>
            <a:cxnSpLocks/>
          </p:cNvCxnSpPr>
          <p:nvPr/>
        </p:nvCxnSpPr>
        <p:spPr>
          <a:xfrm>
            <a:off x="1736104" y="3857544"/>
            <a:ext cx="3288681" cy="0"/>
          </a:xfrm>
          <a:prstGeom prst="line">
            <a:avLst/>
          </a:prstGeom>
          <a:ln w="1016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3A024D-8337-E54E-A41F-3CEC4536A598}"/>
              </a:ext>
            </a:extLst>
          </p:cNvPr>
          <p:cNvCxnSpPr>
            <a:cxnSpLocks/>
          </p:cNvCxnSpPr>
          <p:nvPr/>
        </p:nvCxnSpPr>
        <p:spPr>
          <a:xfrm>
            <a:off x="8057726" y="3857544"/>
            <a:ext cx="3288681" cy="0"/>
          </a:xfrm>
          <a:prstGeom prst="line">
            <a:avLst/>
          </a:prstGeom>
          <a:ln w="1016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8EA5C906-4509-0A46-BBDD-F8D5E2B74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25CF7F-8F4C-47ED-91DC-892D7938720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73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0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4963B398-1F3D-6646-9EF6-5A2634A258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338" y="1043771"/>
            <a:ext cx="4152899" cy="27503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ED4BC287-0D66-1741-B482-8911F1CD18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72961" y="1043771"/>
            <a:ext cx="4152899" cy="27503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748ACEA-E718-584B-A9E8-911650B0D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339" y="3998913"/>
            <a:ext cx="884764" cy="790575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44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B7C378FC-0A3B-0F45-8C62-96462992AF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36104" y="3998913"/>
            <a:ext cx="2383369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F2D1E1FC-2B70-8245-9426-F6E0989630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1338" y="4806730"/>
            <a:ext cx="3268133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F0FC5CD-AE50-784E-AC39-4A76B06AC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72963" y="3998913"/>
            <a:ext cx="884763" cy="790575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4400" b="1" i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5FD058C2-D00F-AB4D-898B-E80668418A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57725" y="3998913"/>
            <a:ext cx="2383370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93F0B492-ED26-6940-9CB9-CA9E5B7D22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2961" y="4806730"/>
            <a:ext cx="3268133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E5EA53-C873-9840-96D6-D6EA7E5159BA}"/>
              </a:ext>
            </a:extLst>
          </p:cNvPr>
          <p:cNvCxnSpPr>
            <a:cxnSpLocks/>
          </p:cNvCxnSpPr>
          <p:nvPr/>
        </p:nvCxnSpPr>
        <p:spPr>
          <a:xfrm>
            <a:off x="1736104" y="3857544"/>
            <a:ext cx="3288681" cy="0"/>
          </a:xfrm>
          <a:prstGeom prst="line">
            <a:avLst/>
          </a:prstGeom>
          <a:ln w="1016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FD0C05-0F77-7748-8EC8-2998ED8D6AFD}"/>
              </a:ext>
            </a:extLst>
          </p:cNvPr>
          <p:cNvCxnSpPr>
            <a:cxnSpLocks/>
          </p:cNvCxnSpPr>
          <p:nvPr/>
        </p:nvCxnSpPr>
        <p:spPr>
          <a:xfrm>
            <a:off x="8057726" y="3857544"/>
            <a:ext cx="3288681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0BED0078-A0E8-9D4D-A1D0-33DD203D4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438A47-C857-4CCB-9C98-F8F1D5AFDDD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71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A40DE4-703E-4F4F-98DD-42FE209AB494}"/>
              </a:ext>
            </a:extLst>
          </p:cNvPr>
          <p:cNvCxnSpPr>
            <a:cxnSpLocks/>
          </p:cNvCxnSpPr>
          <p:nvPr/>
        </p:nvCxnSpPr>
        <p:spPr>
          <a:xfrm>
            <a:off x="1616856" y="3484692"/>
            <a:ext cx="1539256" cy="0"/>
          </a:xfrm>
          <a:prstGeom prst="line">
            <a:avLst/>
          </a:prstGeom>
          <a:ln w="1016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10579543-1896-3545-BC93-A0E9196120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1586" y="3699630"/>
            <a:ext cx="755658" cy="790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0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5671AF40-514E-A94F-8F0F-2C85B060AA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5176" y="3708862"/>
            <a:ext cx="1511324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4F114B79-41DE-A24A-A0DA-AF1FDE591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93754" y="3699630"/>
            <a:ext cx="755658" cy="790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0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E7EF4E3-A62A-6545-A186-5A19226FB2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7344" y="3708862"/>
            <a:ext cx="1511324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327C8B79-B746-904C-94F9-E08B43E31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1587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6F68ADA9-0181-CF4F-93EF-7AAB81E149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9932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8" name="Picture Placeholder 12">
            <a:extLst>
              <a:ext uri="{FF2B5EF4-FFF2-40B4-BE49-F238E27FC236}">
                <a16:creationId xmlns:a16="http://schemas.microsoft.com/office/drawing/2014/main" id="{04124E09-D0FF-5548-9C10-7182800C920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93592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2310FA7A-10C1-8F4B-8D25-AD349C1DA28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28378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7227903C-E9DC-8648-9B89-7767753D77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61704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6E551DF-0227-1D48-A2CB-416657D7FD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93754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B32EBF37-4C9F-1F42-B329-48FD79E581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28622" y="3699630"/>
            <a:ext cx="755658" cy="790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4AA76273-DF93-6C45-A606-02F9E9FDBF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12212" y="3708862"/>
            <a:ext cx="1511324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B4F71B2B-2F62-3B49-9D2C-97BD48D27A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28622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5" name="Text Placeholder 27">
            <a:extLst>
              <a:ext uri="{FF2B5EF4-FFF2-40B4-BE49-F238E27FC236}">
                <a16:creationId xmlns:a16="http://schemas.microsoft.com/office/drawing/2014/main" id="{067DB857-E8DE-4248-AAB2-DF980E0806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61704" y="3699630"/>
            <a:ext cx="755658" cy="790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000" b="1" i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971ABEB2-B5BB-594D-AEEA-9A45767125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48088" y="3708862"/>
            <a:ext cx="1511324" cy="790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14652348-5B9D-E044-9449-F4D9A5A12A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61704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B8D21C-8B78-C545-8C47-E4B83CA5CDAB}"/>
              </a:ext>
            </a:extLst>
          </p:cNvPr>
          <p:cNvCxnSpPr>
            <a:cxnSpLocks/>
          </p:cNvCxnSpPr>
          <p:nvPr/>
        </p:nvCxnSpPr>
        <p:spPr>
          <a:xfrm>
            <a:off x="4349412" y="3484692"/>
            <a:ext cx="1539256" cy="0"/>
          </a:xfrm>
          <a:prstGeom prst="line">
            <a:avLst/>
          </a:prstGeom>
          <a:ln w="1016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F55081-EA49-D347-B388-CCAEC641A341}"/>
              </a:ext>
            </a:extLst>
          </p:cNvPr>
          <p:cNvCxnSpPr>
            <a:cxnSpLocks/>
          </p:cNvCxnSpPr>
          <p:nvPr/>
        </p:nvCxnSpPr>
        <p:spPr>
          <a:xfrm>
            <a:off x="7086600" y="3484692"/>
            <a:ext cx="1539256" cy="0"/>
          </a:xfrm>
          <a:prstGeom prst="line">
            <a:avLst/>
          </a:prstGeom>
          <a:ln w="1016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FA2A22-1173-2E4C-90F7-69DE1319B71A}"/>
              </a:ext>
            </a:extLst>
          </p:cNvPr>
          <p:cNvCxnSpPr>
            <a:cxnSpLocks/>
          </p:cNvCxnSpPr>
          <p:nvPr/>
        </p:nvCxnSpPr>
        <p:spPr>
          <a:xfrm>
            <a:off x="9820904" y="3484692"/>
            <a:ext cx="1539256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itle Placeholder 3">
            <a:extLst>
              <a:ext uri="{FF2B5EF4-FFF2-40B4-BE49-F238E27FC236}">
                <a16:creationId xmlns:a16="http://schemas.microsoft.com/office/drawing/2014/main" id="{E6B93876-AC51-CC4B-8A92-A5B6BA09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4" name="Text Placeholder 28">
            <a:extLst>
              <a:ext uri="{FF2B5EF4-FFF2-40B4-BE49-F238E27FC236}">
                <a16:creationId xmlns:a16="http://schemas.microsoft.com/office/drawing/2014/main" id="{2629CB18-0915-D24F-80DC-9D7FED1BB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52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BF8BA014-8222-2D45-9531-12AAF34FE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00198B-30D1-4485-B1A0-C45FD64EB04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16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pos="432" userDrawn="1">
          <p15:clr>
            <a:srgbClr val="FBAE40"/>
          </p15:clr>
        </p15:guide>
        <p15:guide id="8" orient="horz" pos="76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up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5671AF40-514E-A94F-8F0F-2C85B060AA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44" y="3708862"/>
            <a:ext cx="2297430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E7EF4E3-A62A-6545-A186-5A19226FB2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592" y="3708862"/>
            <a:ext cx="2297430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327C8B79-B746-904C-94F9-E08B43E31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1061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6F68ADA9-0181-CF4F-93EF-7AAB81E149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9406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8" name="Picture Placeholder 12">
            <a:extLst>
              <a:ext uri="{FF2B5EF4-FFF2-40B4-BE49-F238E27FC236}">
                <a16:creationId xmlns:a16="http://schemas.microsoft.com/office/drawing/2014/main" id="{04124E09-D0FF-5548-9C10-7182800C920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93592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2310FA7A-10C1-8F4B-8D25-AD349C1DA28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28554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7227903C-E9DC-8648-9B89-7767753D77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63128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6E551DF-0227-1D48-A2CB-416657D7FD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96496" y="4523165"/>
            <a:ext cx="2297430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4AA76273-DF93-6C45-A606-02F9E9FDBF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27296" y="3708862"/>
            <a:ext cx="2297430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B4F71B2B-2F62-3B49-9D2C-97BD48D27A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29812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971ABEB2-B5BB-594D-AEEA-9A45767125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3128" y="3708862"/>
            <a:ext cx="2297430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14652348-5B9D-E044-9449-F4D9A5A12A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65644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25" name="Title Placeholder 3">
            <a:extLst>
              <a:ext uri="{FF2B5EF4-FFF2-40B4-BE49-F238E27FC236}">
                <a16:creationId xmlns:a16="http://schemas.microsoft.com/office/drawing/2014/main" id="{5BC2F003-516B-7640-BDBB-14889F25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28">
            <a:extLst>
              <a:ext uri="{FF2B5EF4-FFF2-40B4-BE49-F238E27FC236}">
                <a16:creationId xmlns:a16="http://schemas.microsoft.com/office/drawing/2014/main" id="{3F0A3ECE-EEA6-134F-9307-A99EC97D4E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24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FFFE562E-0FE6-4649-8B21-DE77FD7C2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CC6428-F643-4150-BB71-7C1633200FA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50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pos="432" userDrawn="1">
          <p15:clr>
            <a:srgbClr val="FBAE40"/>
          </p15:clr>
        </p15:guide>
        <p15:guide id="8" orient="horz" pos="76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xed content re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>
            <a:extLst>
              <a:ext uri="{FF2B5EF4-FFF2-40B4-BE49-F238E27FC236}">
                <a16:creationId xmlns:a16="http://schemas.microsoft.com/office/drawing/2014/main" id="{5DF715B5-7BD3-5946-BE35-8F33B0545D16}"/>
              </a:ext>
            </a:extLst>
          </p:cNvPr>
          <p:cNvSpPr/>
          <p:nvPr/>
        </p:nvSpPr>
        <p:spPr>
          <a:xfrm>
            <a:off x="7131685" y="0"/>
            <a:ext cx="50736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8D2E375-F7A0-9F49-9FE9-69E2B38273B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56226" y="1484313"/>
            <a:ext cx="6835775" cy="385921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B8A9516-6054-6E44-A7B6-BDF0148603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3440" y="2745309"/>
            <a:ext cx="3676650" cy="1367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Placeholder 3">
            <a:extLst>
              <a:ext uri="{FF2B5EF4-FFF2-40B4-BE49-F238E27FC236}">
                <a16:creationId xmlns:a16="http://schemas.microsoft.com/office/drawing/2014/main" id="{279117BA-FC53-E24B-9719-228C408A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6309083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50379D0C-E448-7543-B2AF-0A7079C23F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6303903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14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F78110B6-A117-DC44-AEE2-D1B889FB2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85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pos="7152" userDrawn="1">
          <p15:clr>
            <a:srgbClr val="FBAE40"/>
          </p15:clr>
        </p15:guide>
        <p15:guide id="7" pos="432" userDrawn="1">
          <p15:clr>
            <a:srgbClr val="FBAE40"/>
          </p15:clr>
        </p15:guide>
        <p15:guide id="8" orient="horz" pos="768" userDrawn="1">
          <p15:clr>
            <a:srgbClr val="FBAE40"/>
          </p15:clr>
        </p15:guide>
        <p15:guide id="9" pos="52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/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6A265D28-EE44-C941-BD18-475E8C098E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4DF0A02-5504-3E4B-94E9-D3DC9628D4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88160" y="2514283"/>
            <a:ext cx="8615680" cy="14208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08E212-1EB2-6A48-BA3C-72A80BD0F1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631" y="4291920"/>
            <a:ext cx="4122738" cy="37782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8206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/Statem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AF6FF7EE-0BB8-AE4D-88A3-B35DF0B420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4DF0A02-5504-3E4B-94E9-D3DC9628D4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88160" y="2514283"/>
            <a:ext cx="8615680" cy="14208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08E212-1EB2-6A48-BA3C-72A80BD0F1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631" y="4291920"/>
            <a:ext cx="4122738" cy="37782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8594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F651769-110D-7B41-B5B2-55375B2EF9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807" r="38275" b="6113"/>
          <a:stretch/>
        </p:blipFill>
        <p:spPr>
          <a:xfrm>
            <a:off x="9050215" y="961780"/>
            <a:ext cx="3141785" cy="589622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D8979B-6B96-284E-83B1-1BB1267A0C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944" y="5243477"/>
            <a:ext cx="8412480" cy="7080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Name, Title, Reference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2C6F0B9-7A19-DD4B-A485-630B7B90A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4945" y="1436688"/>
            <a:ext cx="8629651" cy="362105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pic>
        <p:nvPicPr>
          <p:cNvPr id="6" name="Picture 9" descr="Frame">
            <a:extLst>
              <a:ext uri="{FF2B5EF4-FFF2-40B4-BE49-F238E27FC236}">
                <a16:creationId xmlns:a16="http://schemas.microsoft.com/office/drawing/2014/main" id="{1ED5DCD9-AE22-BC42-BA2A-7942143FA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614" y="6463159"/>
            <a:ext cx="923544" cy="16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um quote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Frame">
            <a:extLst>
              <a:ext uri="{FF2B5EF4-FFF2-40B4-BE49-F238E27FC236}">
                <a16:creationId xmlns:a16="http://schemas.microsoft.com/office/drawing/2014/main" id="{51BE2CEB-608E-E84D-AFF0-7E6FCBC70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614" y="6463159"/>
            <a:ext cx="923544" cy="16141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D8979B-6B96-284E-83B1-1BB1267A0C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464" y="5243477"/>
            <a:ext cx="8414328" cy="7080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Name, Title, Reference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2C6F0B9-7A19-DD4B-A485-630B7B90A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4945" y="1435607"/>
            <a:ext cx="8629651" cy="362102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7938" indent="-7938">
              <a:lnSpc>
                <a:spcPct val="100000"/>
              </a:lnSpc>
              <a:buNone/>
              <a:tabLst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FE4491-5A72-D247-9231-A68CFE2356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807" r="38275" b="6113"/>
          <a:stretch/>
        </p:blipFill>
        <p:spPr>
          <a:xfrm>
            <a:off x="9050215" y="961780"/>
            <a:ext cx="3141785" cy="589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09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14C1FBF-4367-4C4F-8D4C-DF394870AC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807" r="38275" b="6113"/>
          <a:stretch/>
        </p:blipFill>
        <p:spPr>
          <a:xfrm>
            <a:off x="9050215" y="961780"/>
            <a:ext cx="3141785" cy="589622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D8979B-6B96-284E-83B1-1BB1267A0C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944" y="5243477"/>
            <a:ext cx="8412480" cy="7080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Name, Title, Reference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2C6F0B9-7A19-DD4B-A485-630B7B90A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4945" y="1435608"/>
            <a:ext cx="8629651" cy="362102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Quote or statement</a:t>
            </a:r>
          </a:p>
        </p:txBody>
      </p:sp>
      <p:pic>
        <p:nvPicPr>
          <p:cNvPr id="12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9487674E-0D9E-A949-93FC-1A1C582E4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52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and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4DE330-0E0A-6D4B-B75E-54639A746306}"/>
              </a:ext>
            </a:extLst>
          </p:cNvPr>
          <p:cNvCxnSpPr>
            <a:cxnSpLocks/>
          </p:cNvCxnSpPr>
          <p:nvPr/>
        </p:nvCxnSpPr>
        <p:spPr>
          <a:xfrm>
            <a:off x="1" y="3656330"/>
            <a:ext cx="4173855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7">
            <a:extLst>
              <a:ext uri="{FF2B5EF4-FFF2-40B4-BE49-F238E27FC236}">
                <a16:creationId xmlns:a16="http://schemas.microsoft.com/office/drawing/2014/main" id="{21BAC790-613F-D74E-B917-79BCD2C2A3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696" y="3968802"/>
            <a:ext cx="3710353" cy="1612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 Placeholder 37">
            <a:extLst>
              <a:ext uri="{FF2B5EF4-FFF2-40B4-BE49-F238E27FC236}">
                <a16:creationId xmlns:a16="http://schemas.microsoft.com/office/drawing/2014/main" id="{6C86A6D7-A709-7E49-A991-4712050109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61772" y="5239513"/>
            <a:ext cx="3792028" cy="76136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Body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 Placeholder 37">
            <a:extLst>
              <a:ext uri="{FF2B5EF4-FFF2-40B4-BE49-F238E27FC236}">
                <a16:creationId xmlns:a16="http://schemas.microsoft.com/office/drawing/2014/main" id="{8B3C0A33-1875-D643-B323-4AEFFAC589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1772" y="3182113"/>
            <a:ext cx="3792028" cy="76136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Body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 Placeholder 37">
            <a:extLst>
              <a:ext uri="{FF2B5EF4-FFF2-40B4-BE49-F238E27FC236}">
                <a16:creationId xmlns:a16="http://schemas.microsoft.com/office/drawing/2014/main" id="{A504656A-7F25-984F-B07B-41D133A12E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61772" y="1123762"/>
            <a:ext cx="3792028" cy="76136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Body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37">
            <a:extLst>
              <a:ext uri="{FF2B5EF4-FFF2-40B4-BE49-F238E27FC236}">
                <a16:creationId xmlns:a16="http://schemas.microsoft.com/office/drawing/2014/main" id="{43852B86-E572-3A4D-A49D-884A3B0190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61772" y="4873752"/>
            <a:ext cx="3792028" cy="28931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Body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 Placeholder 37">
            <a:extLst>
              <a:ext uri="{FF2B5EF4-FFF2-40B4-BE49-F238E27FC236}">
                <a16:creationId xmlns:a16="http://schemas.microsoft.com/office/drawing/2014/main" id="{21F1E876-FBEE-3A4E-BEEA-F01AE1F271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61772" y="2806875"/>
            <a:ext cx="3792028" cy="28931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Body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Text Placeholder 37">
            <a:extLst>
              <a:ext uri="{FF2B5EF4-FFF2-40B4-BE49-F238E27FC236}">
                <a16:creationId xmlns:a16="http://schemas.microsoft.com/office/drawing/2014/main" id="{57725A09-95FC-8144-9805-7CF8E00602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61772" y="761167"/>
            <a:ext cx="3792028" cy="28931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Body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B45E881D-FF54-F741-AA7C-75FBDA3D4E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7805" y="2982336"/>
            <a:ext cx="3710353" cy="43258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4D4800A-BF10-2A4C-9A3B-07CE331C0D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72063" y="761166"/>
            <a:ext cx="2255837" cy="11239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9266B364-B0F6-D34D-8710-311DEF21A48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72063" y="2812266"/>
            <a:ext cx="2255837" cy="11239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56334D0D-AACA-F841-A2F8-503EE230E09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72063" y="4873753"/>
            <a:ext cx="2255837" cy="11239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2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F2E1F59A-A205-324F-BCDF-C53DF10E8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399D8F-ABB3-47E6-B4CB-6ED018D2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23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152" userDrawn="1">
          <p15:clr>
            <a:srgbClr val="FBAE40"/>
          </p15:clr>
        </p15:guide>
        <p15:guide id="4" pos="43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up Opt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5671AF40-514E-A94F-8F0F-2C85B060AA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44" y="4028662"/>
            <a:ext cx="2297430" cy="470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E7EF4E3-A62A-6545-A186-5A19226FB2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592" y="4028662"/>
            <a:ext cx="2289948" cy="470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327C8B79-B746-904C-94F9-E08B43E31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1061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6E551DF-0227-1D48-A2CB-416657D7FD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93592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4AA76273-DF93-6C45-A606-02F9E9FDBF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28554" y="4028662"/>
            <a:ext cx="2297430" cy="470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B4F71B2B-2F62-3B49-9D2C-97BD48D27A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1070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971ABEB2-B5BB-594D-AEEA-9A45767125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3128" y="4028662"/>
            <a:ext cx="2297430" cy="470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14652348-5B9D-E044-9449-F4D9A5A12A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65644" y="4523165"/>
            <a:ext cx="2294914" cy="7905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copy.</a:t>
            </a:r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6CDC96AD-BC72-E044-95B9-3626A77B93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9406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613C307B-B839-8D4D-ABB6-F6AEA66F513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93592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DBD27612-C9A6-364D-A37A-215FF5FCD31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28554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49E9A7EB-46E9-F242-838F-ADF1BFA8DE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63128" y="1895762"/>
            <a:ext cx="2297430" cy="15316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itle Placeholder 3">
            <a:extLst>
              <a:ext uri="{FF2B5EF4-FFF2-40B4-BE49-F238E27FC236}">
                <a16:creationId xmlns:a16="http://schemas.microsoft.com/office/drawing/2014/main" id="{7253646A-D799-2443-91E4-7F9E966C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7FFC4297-711D-C046-916F-0E6CC2E9FF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105156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28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4B1724A6-DDB0-A64F-83D7-B0D7E17F9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B54246-2392-457E-8CDD-1218F55F8C1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0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2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768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E4E5948C-F770-D442-89C7-F1FBCA2CC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FC29A3-3623-6C40-8330-FACE0F19B546}"/>
              </a:ext>
            </a:extLst>
          </p:cNvPr>
          <p:cNvSpPr txBox="1"/>
          <p:nvPr/>
        </p:nvSpPr>
        <p:spPr>
          <a:xfrm>
            <a:off x="640080" y="2884236"/>
            <a:ext cx="4950065" cy="1089529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old"/>
                <a:cs typeface="Arial Bold"/>
              </a:rPr>
              <a:t>Thank you</a:t>
            </a:r>
            <a:endParaRPr lang="en-US" sz="7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old"/>
              <a:cs typeface="Arial Bold"/>
            </a:endParaRPr>
          </a:p>
        </p:txBody>
      </p:sp>
      <p:pic>
        <p:nvPicPr>
          <p:cNvPr id="6" name="Picture 9" descr="Frame">
            <a:extLst>
              <a:ext uri="{FF2B5EF4-FFF2-40B4-BE49-F238E27FC236}">
                <a16:creationId xmlns:a16="http://schemas.microsoft.com/office/drawing/2014/main" id="{595AE243-576C-9B47-AB74-61C56CBB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730" y="352425"/>
            <a:ext cx="1253490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4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0A6F92CA-792F-DB4A-9D71-99146A55D6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6D0CC3-E8D9-F041-9634-9CCFBF24A82E}"/>
              </a:ext>
            </a:extLst>
          </p:cNvPr>
          <p:cNvSpPr txBox="1"/>
          <p:nvPr/>
        </p:nvSpPr>
        <p:spPr>
          <a:xfrm>
            <a:off x="637738" y="2884236"/>
            <a:ext cx="4950065" cy="1089529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Bold"/>
                <a:cs typeface="Arial Bold"/>
              </a:rPr>
              <a:t>Thank you</a:t>
            </a:r>
            <a:endParaRPr lang="en-US" sz="7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Bold"/>
              <a:cs typeface="Arial Bold"/>
            </a:endParaRPr>
          </a:p>
        </p:txBody>
      </p:sp>
      <p:pic>
        <p:nvPicPr>
          <p:cNvPr id="6" name="Picture 18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601D6CD1-B7BB-C849-AAE4-0FDE27C3D1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38200" y="352425"/>
            <a:ext cx="1243330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73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C5D7F826-0A7C-E245-8B3A-A7251BD88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EBE67A-6809-41F4-8EC6-8B0F5E987F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64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8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orient="horz" pos="39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sight En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Frame">
            <a:extLst>
              <a:ext uri="{FF2B5EF4-FFF2-40B4-BE49-F238E27FC236}">
                <a16:creationId xmlns:a16="http://schemas.microsoft.com/office/drawing/2014/main" id="{D08F5E51-744F-2F41-A454-7F3B6CB90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120" y="3100625"/>
            <a:ext cx="3757760" cy="6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sight En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FCD435F1-2F1C-BD4B-A53F-6D062E780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217120" y="3097941"/>
            <a:ext cx="3757760" cy="6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431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sight End Grey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Frame">
            <a:extLst>
              <a:ext uri="{FF2B5EF4-FFF2-40B4-BE49-F238E27FC236}">
                <a16:creationId xmlns:a16="http://schemas.microsoft.com/office/drawing/2014/main" id="{D08F5E51-744F-2F41-A454-7F3B6CB90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120" y="3100625"/>
            <a:ext cx="3757760" cy="6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435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sight End Wav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2CFAFCDD-8C9A-BB4A-87E0-5EEE1E65AAF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9" descr="Frame">
            <a:extLst>
              <a:ext uri="{FF2B5EF4-FFF2-40B4-BE49-F238E27FC236}">
                <a16:creationId xmlns:a16="http://schemas.microsoft.com/office/drawing/2014/main" id="{D08F5E51-744F-2F41-A454-7F3B6CB90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135" y="3100625"/>
            <a:ext cx="3757760" cy="6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03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sight End Wav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66BFC81D-42B0-4140-AFBA-C54C5ABAE17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FCD435F1-2F1C-BD4B-A53F-6D062E780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41135" y="3097941"/>
            <a:ext cx="3757760" cy="6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961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sight End Wave Grey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amp, light&#10;&#10;Description automatically generated">
            <a:extLst>
              <a:ext uri="{FF2B5EF4-FFF2-40B4-BE49-F238E27FC236}">
                <a16:creationId xmlns:a16="http://schemas.microsoft.com/office/drawing/2014/main" id="{12DD4F86-0839-4F4D-86B3-2944AE4186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9" descr="Frame">
            <a:extLst>
              <a:ext uri="{FF2B5EF4-FFF2-40B4-BE49-F238E27FC236}">
                <a16:creationId xmlns:a16="http://schemas.microsoft.com/office/drawing/2014/main" id="{D08F5E51-744F-2F41-A454-7F3B6CB90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135" y="3100625"/>
            <a:ext cx="3757760" cy="6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855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s 5">
            <a:extLst>
              <a:ext uri="{FF2B5EF4-FFF2-40B4-BE49-F238E27FC236}">
                <a16:creationId xmlns:a16="http://schemas.microsoft.com/office/drawing/2014/main" id="{9E1EF039-93ED-6D47-98B6-4F3E3A68CEFE}"/>
              </a:ext>
            </a:extLst>
          </p:cNvPr>
          <p:cNvSpPr/>
          <p:nvPr/>
        </p:nvSpPr>
        <p:spPr>
          <a:xfrm>
            <a:off x="609600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99C3835D-E0AB-1D49-A9AD-9AA573AA392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68752" y="1675588"/>
            <a:ext cx="4379970" cy="4038929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itle Placeholder 3">
            <a:extLst>
              <a:ext uri="{FF2B5EF4-FFF2-40B4-BE49-F238E27FC236}">
                <a16:creationId xmlns:a16="http://schemas.microsoft.com/office/drawing/2014/main" id="{B5A27C0B-8685-CD42-B549-02969AFD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548640"/>
            <a:ext cx="518464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0A6E08A1-5D47-3647-9AFA-31DD0A0C1B7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5193792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17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B4E5BEAC-6FF8-144D-853A-648BE6A5E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A8FF930-967D-4643-878E-53A2EF0ABD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104" y="1676400"/>
            <a:ext cx="5180764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404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2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  <p15:guide id="5" orient="horz" pos="1056" userDrawn="1">
          <p15:clr>
            <a:srgbClr val="FBAE40"/>
          </p15:clr>
        </p15:guide>
        <p15:guide id="6" pos="7152" userDrawn="1">
          <p15:clr>
            <a:srgbClr val="FBAE40"/>
          </p15:clr>
        </p15:guide>
        <p15:guide id="7" orient="horz" pos="768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+ 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99C3835D-E0AB-1D49-A9AD-9AA573AA392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itle Placeholder 3">
            <a:extLst>
              <a:ext uri="{FF2B5EF4-FFF2-40B4-BE49-F238E27FC236}">
                <a16:creationId xmlns:a16="http://schemas.microsoft.com/office/drawing/2014/main" id="{8F0B94B4-E938-B24B-AF99-FD41F764E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5029200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9627A05C-6654-7D4F-96C0-0EBBBB3F16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5800" y="941832"/>
            <a:ext cx="5029200" cy="395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50000"/>
              </a:lnSpc>
              <a:buNone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i="0" err="1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lang="en-US"/>
          </a:p>
        </p:txBody>
      </p:sp>
      <p:pic>
        <p:nvPicPr>
          <p:cNvPr id="15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79888EEC-7C01-9D48-A53D-AE6EF0ABD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7CD2694-8040-F74E-A308-B5233557F86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104" y="1676400"/>
            <a:ext cx="5036829" cy="3784600"/>
          </a:xfrm>
          <a:prstGeom prst="rect">
            <a:avLst/>
          </a:prstGeom>
        </p:spPr>
        <p:txBody>
          <a:bodyPr lIns="0"/>
          <a:lstStyle>
            <a:lvl1pPr>
              <a:buClr>
                <a:schemeClr val="tx1">
                  <a:lumMod val="85000"/>
                  <a:lumOff val="15000"/>
                </a:schemeClr>
              </a:buClr>
              <a:defRPr/>
            </a:lvl1pPr>
            <a:lvl2pPr>
              <a:buClr>
                <a:schemeClr val="tx1">
                  <a:lumMod val="85000"/>
                  <a:lumOff val="15000"/>
                </a:schemeClr>
              </a:buClr>
              <a:defRPr/>
            </a:lvl2pPr>
            <a:lvl3pPr>
              <a:buClr>
                <a:schemeClr val="tx1">
                  <a:lumMod val="85000"/>
                  <a:lumOff val="15000"/>
                </a:schemeClr>
              </a:buClr>
              <a:defRPr/>
            </a:lvl3pPr>
            <a:lvl4pPr>
              <a:buClr>
                <a:schemeClr val="tx1">
                  <a:lumMod val="85000"/>
                  <a:lumOff val="15000"/>
                </a:schemeClr>
              </a:buClr>
              <a:defRPr/>
            </a:lvl4pPr>
            <a:lvl5pPr>
              <a:buClr>
                <a:schemeClr val="tx1">
                  <a:lumMod val="85000"/>
                  <a:lumOff val="1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737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2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  <p15:guide id="5" orient="horz" pos="360" userDrawn="1">
          <p15:clr>
            <a:srgbClr val="FBAE40"/>
          </p15:clr>
        </p15:guide>
        <p15:guide id="6" pos="7152" userDrawn="1">
          <p15:clr>
            <a:srgbClr val="FBAE40"/>
          </p15:clr>
        </p15:guide>
        <p15:guide id="7" orient="horz" pos="1056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x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7">
            <a:extLst>
              <a:ext uri="{FF2B5EF4-FFF2-40B4-BE49-F238E27FC236}">
                <a16:creationId xmlns:a16="http://schemas.microsoft.com/office/drawing/2014/main" id="{21BAC790-613F-D74E-B917-79BCD2C2A3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696" y="4050302"/>
            <a:ext cx="3710353" cy="1612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Body copy.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B45E881D-FF54-F741-AA7C-75FBDA3D4E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7805" y="1999401"/>
            <a:ext cx="3710353" cy="97129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Headline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4D4800A-BF10-2A4C-9A3B-07CE331C0D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Text Placeholder 37">
            <a:extLst>
              <a:ext uri="{FF2B5EF4-FFF2-40B4-BE49-F238E27FC236}">
                <a16:creationId xmlns:a16="http://schemas.microsoft.com/office/drawing/2014/main" id="{07CD87BA-1D84-334B-8EB5-E50D5AB809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1696" y="3681039"/>
            <a:ext cx="3710353" cy="2704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SUBHEADLINE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" name="Picture 1" descr="/Users/franky/Documents/huge/Keysight/brandin/powerpoint/- Branding/Frame.svgFrame">
            <a:extLst>
              <a:ext uri="{FF2B5EF4-FFF2-40B4-BE49-F238E27FC236}">
                <a16:creationId xmlns:a16="http://schemas.microsoft.com/office/drawing/2014/main" id="{75FF6A19-DA11-4047-B8E8-FB9D2783D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88804" y="6461276"/>
            <a:ext cx="927253" cy="16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3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2" userDrawn="1">
          <p15:clr>
            <a:srgbClr val="FBAE40"/>
          </p15:clr>
        </p15:guide>
        <p15:guide id="4" pos="7152" userDrawn="1">
          <p15:clr>
            <a:srgbClr val="FBAE40"/>
          </p15:clr>
        </p15:guide>
        <p15:guide id="5" orient="horz" pos="3960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1512" userDrawn="1">
          <p15:clr>
            <a:srgbClr val="FBAE40"/>
          </p15:clr>
        </p15:guide>
        <p15:guide id="8" orient="horz" pos="2448" userDrawn="1">
          <p15:clr>
            <a:srgbClr val="FBAE40"/>
          </p15:clr>
        </p15:guide>
        <p15:guide id="9" orient="horz" pos="2688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39762CA6-FE28-CB4A-9679-A779F7045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542"/>
            <a:ext cx="12192000" cy="68585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93074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8C43-E0E1-C3FD-747B-44ABB4DF2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A4617-A9B6-E5DD-7F5D-34AE75C1B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3D5E0-42A2-0D2E-7AD4-88B3CBE4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B795-424C-420E-870B-BB4187F900C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1D1EE-629E-6554-C5CD-1C7E8DE3F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68E6D-E165-F260-2E81-8EF880F2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1E4A-65C1-48DA-8F80-3A464D01B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075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3300" y="1555115"/>
            <a:ext cx="9563101" cy="4024074"/>
          </a:xfrm>
        </p:spPr>
        <p:txBody>
          <a:bodyPr/>
          <a:lstStyle>
            <a:lvl2pPr>
              <a:spcBef>
                <a:spcPts val="10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Keysight 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0" y="914400"/>
            <a:ext cx="9652000" cy="457200"/>
          </a:xfrm>
        </p:spPr>
        <p:txBody>
          <a:bodyPr/>
          <a:lstStyle>
            <a:lvl1pPr marL="0" indent="0">
              <a:buNone/>
              <a:defRPr sz="2800" baseline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Add Secondary Title in Keysight Gray (28 Pt)</a:t>
            </a:r>
          </a:p>
        </p:txBody>
      </p:sp>
    </p:spTree>
    <p:extLst>
      <p:ext uri="{BB962C8B-B14F-4D97-AF65-F5344CB8AC3E}">
        <p14:creationId xmlns:p14="http://schemas.microsoft.com/office/powerpoint/2010/main" val="410178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F012340C-D195-8E4C-BF9F-E32A7FCD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640"/>
            <a:ext cx="10515600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773789E-1482-4DF2-AC34-ED595BC86F6F}"/>
              </a:ext>
            </a:extLst>
          </p:cNvPr>
          <p:cNvSpPr txBox="1">
            <a:spLocks/>
          </p:cNvSpPr>
          <p:nvPr/>
        </p:nvSpPr>
        <p:spPr bwMode="gray">
          <a:xfrm>
            <a:off x="10648632" y="6458523"/>
            <a:ext cx="735822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62D98-B5C3-4BE4-8A34-4F5B36AB20BC}" type="slidenum">
              <a:rPr lang="en-US" sz="1000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9E4FCE-DA81-4C02-B05D-E78AD21EC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55664"/>
            <a:ext cx="4114800" cy="1554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5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7" r:id="rId4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30352" indent="-164592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 spc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7388" indent="-1714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b="0" kern="1200" cap="none" spc="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8837" indent="-1714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FF0000"/>
        </a:buClr>
        <a:buFont typeface="Arial" panose="020B0604020202020204" pitchFamily="34" charset="0"/>
        <a:buChar char="•"/>
        <a:defRPr lang="en-US" sz="1200" b="0" kern="1200" cap="none" spc="0" baseline="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spc="60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588" indent="-15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588" indent="-15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lang="en-US" sz="2000" b="0" i="0" kern="1200" cap="none" baseline="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orient="horz" pos="5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B2117-3DFC-8CF0-2734-D337C4BD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EFDEE-672D-B3B2-DE8E-6B4A6F38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 Components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B9981B-C4B5-2092-E0D8-7D0460D5477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Full </a:t>
            </a:r>
            <a:r>
              <a:rPr lang="en-GB" dirty="0">
                <a:solidFill>
                  <a:schemeClr val="accent1"/>
                </a:solidFill>
              </a:rPr>
              <a:t>Keysight RAN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simulator for the scenario described</a:t>
            </a:r>
          </a:p>
          <a:p>
            <a:r>
              <a:rPr lang="en-GB" dirty="0" err="1">
                <a:solidFill>
                  <a:schemeClr val="accent1"/>
                </a:solidFill>
              </a:rPr>
              <a:t>FlexRIC</a:t>
            </a:r>
            <a:r>
              <a:rPr lang="en-GB" dirty="0"/>
              <a:t>, O-RAN compliant </a:t>
            </a:r>
            <a:r>
              <a:rPr lang="en-GB" dirty="0" err="1"/>
              <a:t>nearRT</a:t>
            </a:r>
            <a:r>
              <a:rPr lang="en-GB" dirty="0"/>
              <a:t>-RIC</a:t>
            </a:r>
          </a:p>
          <a:p>
            <a:pPr lvl="1"/>
            <a:r>
              <a:rPr lang="en-GB" dirty="0"/>
              <a:t>KPM </a:t>
            </a:r>
            <a:r>
              <a:rPr lang="en-GB" dirty="0">
                <a:solidFill>
                  <a:schemeClr val="accent1"/>
                </a:solidFill>
              </a:rPr>
              <a:t>Style 1 </a:t>
            </a:r>
            <a:r>
              <a:rPr lang="en-GB" dirty="0" err="1">
                <a:solidFill>
                  <a:schemeClr val="accent1"/>
                </a:solidFill>
              </a:rPr>
              <a:t>xApp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/>
              <a:t>to collect cell level KPIs</a:t>
            </a:r>
          </a:p>
          <a:p>
            <a:pPr lvl="1"/>
            <a:r>
              <a:rPr lang="en-GB" dirty="0"/>
              <a:t>The </a:t>
            </a:r>
            <a:r>
              <a:rPr lang="en-GB" dirty="0" err="1"/>
              <a:t>xApp</a:t>
            </a:r>
            <a:r>
              <a:rPr lang="en-GB" dirty="0"/>
              <a:t> is configurable via JSON file, allowing for tailoring of the KPIs of interest as well as from which E2 and cell to collect them from.</a:t>
            </a:r>
          </a:p>
          <a:p>
            <a:r>
              <a:rPr lang="en-GB" dirty="0" err="1">
                <a:solidFill>
                  <a:schemeClr val="accent1"/>
                </a:solidFill>
              </a:rPr>
              <a:t>InfluxDB</a:t>
            </a:r>
            <a:r>
              <a:rPr lang="en-GB" dirty="0"/>
              <a:t> for time series database used to collect KPIs</a:t>
            </a:r>
          </a:p>
          <a:p>
            <a:r>
              <a:rPr lang="en-GB" dirty="0" err="1">
                <a:solidFill>
                  <a:schemeClr val="accent1"/>
                </a:solidFill>
              </a:rPr>
              <a:t>Telegraf</a:t>
            </a:r>
            <a:r>
              <a:rPr lang="en-GB" dirty="0"/>
              <a:t>, used as </a:t>
            </a:r>
            <a:r>
              <a:rPr lang="en-GB" dirty="0" err="1"/>
              <a:t>xApp</a:t>
            </a:r>
            <a:r>
              <a:rPr lang="en-GB" dirty="0"/>
              <a:t> proxy to push KPIs into </a:t>
            </a:r>
            <a:r>
              <a:rPr lang="en-GB" dirty="0" err="1"/>
              <a:t>InfluxDB</a:t>
            </a:r>
            <a:endParaRPr lang="en-GB" dirty="0"/>
          </a:p>
          <a:p>
            <a:r>
              <a:rPr lang="en-GB" dirty="0">
                <a:solidFill>
                  <a:schemeClr val="accent1"/>
                </a:solidFill>
              </a:rPr>
              <a:t>Grafana</a:t>
            </a:r>
            <a:r>
              <a:rPr lang="en-GB" dirty="0"/>
              <a:t> for simple KPI dashboards showing RAN/Cell level KPIs and tracked UE KPIs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0018B9-F48C-B760-C944-59C5AD6DF225}"/>
              </a:ext>
            </a:extLst>
          </p:cNvPr>
          <p:cNvSpPr/>
          <p:nvPr/>
        </p:nvSpPr>
        <p:spPr>
          <a:xfrm>
            <a:off x="6569529" y="4974943"/>
            <a:ext cx="1717221" cy="5715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Scenario Simulator</a:t>
            </a:r>
          </a:p>
          <a:p>
            <a:pPr algn="ctr"/>
            <a:r>
              <a:rPr lang="en-GB" sz="1000" dirty="0" err="1">
                <a:solidFill>
                  <a:schemeClr val="tx1"/>
                </a:solidFill>
              </a:rPr>
              <a:t>RICTest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6EDFBE-22AE-F289-5024-C4A18D74FDB5}"/>
              </a:ext>
            </a:extLst>
          </p:cNvPr>
          <p:cNvSpPr/>
          <p:nvPr/>
        </p:nvSpPr>
        <p:spPr>
          <a:xfrm>
            <a:off x="9916883" y="4779970"/>
            <a:ext cx="1379764" cy="9614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00" dirty="0" err="1">
                <a:solidFill>
                  <a:schemeClr val="tx1"/>
                </a:solidFill>
              </a:rPr>
              <a:t>FlexRIC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5073A-501A-92DF-25B8-D27DF420C01A}"/>
              </a:ext>
            </a:extLst>
          </p:cNvPr>
          <p:cNvSpPr/>
          <p:nvPr/>
        </p:nvSpPr>
        <p:spPr>
          <a:xfrm>
            <a:off x="10242092" y="4862521"/>
            <a:ext cx="791934" cy="585889"/>
          </a:xfrm>
          <a:prstGeom prst="rect">
            <a:avLst/>
          </a:prstGeom>
          <a:noFill/>
          <a:ln>
            <a:solidFill>
              <a:schemeClr val="accent4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Style 1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KPM </a:t>
            </a:r>
            <a:r>
              <a:rPr lang="en-GB" sz="1000" dirty="0" err="1">
                <a:solidFill>
                  <a:schemeClr val="tx1"/>
                </a:solidFill>
              </a:rPr>
              <a:t>xApp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3CD17D-4E9A-7699-956E-B0A69523B97D}"/>
              </a:ext>
            </a:extLst>
          </p:cNvPr>
          <p:cNvSpPr/>
          <p:nvPr/>
        </p:nvSpPr>
        <p:spPr>
          <a:xfrm>
            <a:off x="9916885" y="3436601"/>
            <a:ext cx="1379763" cy="5715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00" dirty="0" err="1">
                <a:solidFill>
                  <a:schemeClr val="tx1"/>
                </a:solidFill>
              </a:rPr>
              <a:t>Telegraf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2B4869-11D9-F484-7C60-597050D32AD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8286750" y="5260693"/>
            <a:ext cx="1630135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A30EE94-8676-3375-6472-CDD7CB3ABE45}"/>
              </a:ext>
            </a:extLst>
          </p:cNvPr>
          <p:cNvSpPr txBox="1"/>
          <p:nvPr/>
        </p:nvSpPr>
        <p:spPr>
          <a:xfrm>
            <a:off x="8813344" y="5083966"/>
            <a:ext cx="187778" cy="2468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GB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E2</a:t>
            </a:r>
            <a:endParaRPr lang="en-US" sz="1000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878834-EE89-8AC4-CBE3-F6DB2E9545EB}"/>
              </a:ext>
            </a:extLst>
          </p:cNvPr>
          <p:cNvSpPr txBox="1"/>
          <p:nvPr/>
        </p:nvSpPr>
        <p:spPr>
          <a:xfrm>
            <a:off x="9369878" y="4533103"/>
            <a:ext cx="187778" cy="2468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GB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RAN KPIs</a:t>
            </a:r>
            <a:endParaRPr lang="en-US" sz="1000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1DE0365-07DA-5868-454E-FB43D7DD05C4}"/>
              </a:ext>
            </a:extLst>
          </p:cNvPr>
          <p:cNvSpPr/>
          <p:nvPr/>
        </p:nvSpPr>
        <p:spPr>
          <a:xfrm>
            <a:off x="9916884" y="2491674"/>
            <a:ext cx="1379763" cy="5715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00" dirty="0" err="1">
                <a:solidFill>
                  <a:schemeClr val="tx1"/>
                </a:solidFill>
              </a:rPr>
              <a:t>InfluxDB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F0FAF0-AA1C-D8A2-EA8B-E9F1EC70FAE3}"/>
              </a:ext>
            </a:extLst>
          </p:cNvPr>
          <p:cNvCxnSpPr>
            <a:stCxn id="12" idx="0"/>
            <a:endCxn id="28" idx="2"/>
          </p:cNvCxnSpPr>
          <p:nvPr/>
        </p:nvCxnSpPr>
        <p:spPr>
          <a:xfrm flipH="1" flipV="1">
            <a:off x="10606766" y="3063176"/>
            <a:ext cx="1" cy="37342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48C8BAF-3777-36AB-7186-5024AFAFF9FF}"/>
              </a:ext>
            </a:extLst>
          </p:cNvPr>
          <p:cNvSpPr txBox="1"/>
          <p:nvPr/>
        </p:nvSpPr>
        <p:spPr>
          <a:xfrm>
            <a:off x="10670038" y="3180103"/>
            <a:ext cx="187778" cy="2468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GB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“all” KPIs</a:t>
            </a:r>
            <a:endParaRPr lang="en-US" sz="1000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7B8CD6-91AB-6E70-8EF6-3CD3A53BE882}"/>
              </a:ext>
            </a:extLst>
          </p:cNvPr>
          <p:cNvSpPr/>
          <p:nvPr/>
        </p:nvSpPr>
        <p:spPr>
          <a:xfrm>
            <a:off x="9898513" y="1436008"/>
            <a:ext cx="1416500" cy="5715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Grafana Dashboards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AEB516C-1FED-8706-406E-82ECEF7EEBA9}"/>
              </a:ext>
            </a:extLst>
          </p:cNvPr>
          <p:cNvCxnSpPr>
            <a:cxnSpLocks/>
            <a:stCxn id="32" idx="2"/>
            <a:endCxn id="28" idx="0"/>
          </p:cNvCxnSpPr>
          <p:nvPr/>
        </p:nvCxnSpPr>
        <p:spPr>
          <a:xfrm>
            <a:off x="10606765" y="2007508"/>
            <a:ext cx="1" cy="4841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3CBAFB1-F3E1-313D-00E4-60D43965453D}"/>
              </a:ext>
            </a:extLst>
          </p:cNvPr>
          <p:cNvSpPr txBox="1"/>
          <p:nvPr/>
        </p:nvSpPr>
        <p:spPr>
          <a:xfrm>
            <a:off x="10670037" y="2121372"/>
            <a:ext cx="187778" cy="2468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GB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“poll” KPIs</a:t>
            </a:r>
            <a:endParaRPr lang="en-US" sz="1000" b="1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9BEE9D96-6314-5883-E34C-F48AE36652D4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9165885" y="1721758"/>
            <a:ext cx="732631" cy="1239628"/>
          </a:xfrm>
          <a:prstGeom prst="bentConnector3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5E1BFF3-49EC-3E66-E53F-2651864A8CCE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9187081" y="1721758"/>
            <a:ext cx="711435" cy="2557518"/>
          </a:xfrm>
          <a:prstGeom prst="bentConnector3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A56E9BB3-D311-5808-3877-E37FE10644F9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>
            <a:off x="9165885" y="1481076"/>
            <a:ext cx="732631" cy="240685"/>
          </a:xfrm>
          <a:prstGeom prst="bentConnector3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5DE918D-9BBB-F8C0-31CB-DB43CC0B18FE}"/>
              </a:ext>
            </a:extLst>
          </p:cNvPr>
          <p:cNvSpPr txBox="1"/>
          <p:nvPr/>
        </p:nvSpPr>
        <p:spPr>
          <a:xfrm>
            <a:off x="9182100" y="1214767"/>
            <a:ext cx="187778" cy="2468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GB" sz="1000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RAN KPIs</a:t>
            </a:r>
            <a:endParaRPr lang="en-US" sz="1000" b="1" dirty="0" err="1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646D44-A08B-81B2-D32D-576AB1A10EA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606763" y="4008101"/>
            <a:ext cx="2" cy="85441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C0ED3BE8-3CC7-5459-5FD4-C291973AC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392" y="3484357"/>
            <a:ext cx="1507674" cy="140490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2F57A3D-A922-3AFA-EBE7-9A906458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881" y="880166"/>
            <a:ext cx="3110366" cy="119206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7E99FE1-FB01-73BD-D804-F13C8C9C2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882" y="2206610"/>
            <a:ext cx="3126184" cy="119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0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BDA716-C357-BEF8-2D8C-A5E17E9D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 Description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A14DC6-4029-4428-7BCC-FC1402584E28}"/>
              </a:ext>
            </a:extLst>
          </p:cNvPr>
          <p:cNvSpPr/>
          <p:nvPr/>
        </p:nvSpPr>
        <p:spPr>
          <a:xfrm>
            <a:off x="641350" y="1062285"/>
            <a:ext cx="4616450" cy="142509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000" b="1" dirty="0">
                <a:solidFill>
                  <a:schemeClr val="tx1"/>
                </a:solidFill>
              </a:rPr>
              <a:t>3 Slices </a:t>
            </a:r>
            <a:r>
              <a:rPr lang="en-GB" sz="1000" dirty="0">
                <a:solidFill>
                  <a:schemeClr val="tx1"/>
                </a:solidFill>
              </a:rPr>
              <a:t>are created to support  various traffic types: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chemeClr val="tx1"/>
                </a:solidFill>
              </a:rPr>
              <a:t>Slice 1</a:t>
            </a:r>
            <a:r>
              <a:rPr lang="en-GB" sz="1000" dirty="0">
                <a:solidFill>
                  <a:schemeClr val="tx1"/>
                </a:solidFill>
              </a:rPr>
              <a:t>: GBR Traffic, </a:t>
            </a:r>
            <a:r>
              <a:rPr lang="en-GB" sz="1000" b="1" dirty="0">
                <a:solidFill>
                  <a:schemeClr val="tx1"/>
                </a:solidFill>
              </a:rPr>
              <a:t>5QI = 1</a:t>
            </a:r>
            <a:r>
              <a:rPr lang="en-GB" sz="1000" dirty="0">
                <a:solidFill>
                  <a:schemeClr val="tx1"/>
                </a:solidFill>
              </a:rPr>
              <a:t>, UL= 380 Kbps, DL = 380 Mbps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chemeClr val="tx1"/>
                </a:solidFill>
              </a:rPr>
              <a:t>Slice 2</a:t>
            </a:r>
            <a:r>
              <a:rPr lang="en-GB" sz="1000" dirty="0">
                <a:solidFill>
                  <a:schemeClr val="tx1"/>
                </a:solidFill>
              </a:rPr>
              <a:t>: GBR Traffic, </a:t>
            </a:r>
            <a:r>
              <a:rPr lang="en-GB" sz="1000" b="1" dirty="0">
                <a:solidFill>
                  <a:schemeClr val="tx1"/>
                </a:solidFill>
              </a:rPr>
              <a:t>5QI = 4</a:t>
            </a:r>
            <a:r>
              <a:rPr lang="en-GB" sz="1000" dirty="0">
                <a:solidFill>
                  <a:schemeClr val="tx1"/>
                </a:solidFill>
              </a:rPr>
              <a:t>, UL = 300 Kbps, DL = 400 Mbps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chemeClr val="tx1"/>
                </a:solidFill>
              </a:rPr>
              <a:t>Slice 3</a:t>
            </a:r>
            <a:r>
              <a:rPr lang="en-GB" sz="1000" dirty="0">
                <a:solidFill>
                  <a:schemeClr val="tx1"/>
                </a:solidFill>
              </a:rPr>
              <a:t>: Non-GBR Traffic, </a:t>
            </a:r>
            <a:r>
              <a:rPr lang="en-GB" sz="1000" b="1" dirty="0">
                <a:solidFill>
                  <a:schemeClr val="tx1"/>
                </a:solidFill>
              </a:rPr>
              <a:t>5QI = 5</a:t>
            </a:r>
            <a:r>
              <a:rPr lang="en-GB" sz="1000" dirty="0">
                <a:solidFill>
                  <a:schemeClr val="tx1"/>
                </a:solidFill>
              </a:rPr>
              <a:t>, UL =105 Mbps, DL = 105 Mbps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  <a:p>
            <a:pPr algn="just"/>
            <a:r>
              <a:rPr lang="en-GB" sz="1000" b="1" dirty="0">
                <a:solidFill>
                  <a:schemeClr val="tx1"/>
                </a:solidFill>
              </a:rPr>
              <a:t>3 Cells </a:t>
            </a:r>
            <a:r>
              <a:rPr lang="en-GB" sz="1000" dirty="0">
                <a:solidFill>
                  <a:schemeClr val="tx1"/>
                </a:solidFill>
              </a:rPr>
              <a:t>assigned to a single </a:t>
            </a:r>
            <a:r>
              <a:rPr lang="en-GB" sz="1000" b="1" dirty="0" err="1">
                <a:solidFill>
                  <a:schemeClr val="tx1"/>
                </a:solidFill>
              </a:rPr>
              <a:t>gNB</a:t>
            </a:r>
            <a:r>
              <a:rPr lang="en-GB" sz="1000" dirty="0">
                <a:solidFill>
                  <a:schemeClr val="tx1"/>
                </a:solidFill>
              </a:rPr>
              <a:t> each are uses to simulate handovers. All three slices are supported by all cells.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0633D-74A3-D932-3890-B0B92EC16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327" y="2298357"/>
            <a:ext cx="2553056" cy="22612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496F4-11E1-A55B-DA79-DDEC9B091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5110" y="847079"/>
            <a:ext cx="1735540" cy="127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3CEC6E-A4DB-47D5-C76F-FAD4E0C68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533" y="2601255"/>
            <a:ext cx="1712449" cy="1259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EEABCC-C757-D6A9-6CB5-299E751C13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533" y="3944622"/>
            <a:ext cx="1712449" cy="1181100"/>
          </a:xfrm>
          <a:prstGeom prst="rect">
            <a:avLst/>
          </a:prstGeom>
        </p:spPr>
      </p:pic>
      <p:pic>
        <p:nvPicPr>
          <p:cNvPr id="1028" name="Picture 4" descr="High angle view of people walking in La Rambla which is a pedestrian ...">
            <a:extLst>
              <a:ext uri="{FF2B5EF4-FFF2-40B4-BE49-F238E27FC236}">
                <a16:creationId xmlns:a16="http://schemas.microsoft.com/office/drawing/2014/main" id="{FFE3E3CF-0741-23A5-C67C-3BF56FB31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886" y="5222799"/>
            <a:ext cx="1759588" cy="129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D0609D8-9C99-624B-76DB-692F9E9C12AD}"/>
              </a:ext>
            </a:extLst>
          </p:cNvPr>
          <p:cNvSpPr/>
          <p:nvPr/>
        </p:nvSpPr>
        <p:spPr>
          <a:xfrm>
            <a:off x="5485102" y="1082227"/>
            <a:ext cx="4616450" cy="929455"/>
          </a:xfrm>
          <a:prstGeom prst="roundRect">
            <a:avLst/>
          </a:prstGeom>
          <a:solidFill>
            <a:schemeClr val="accent4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000" b="1" dirty="0">
                <a:solidFill>
                  <a:schemeClr val="tx1"/>
                </a:solidFill>
              </a:rPr>
              <a:t>UE-1</a:t>
            </a:r>
            <a:r>
              <a:rPr lang="en-GB" sz="1000" dirty="0">
                <a:solidFill>
                  <a:schemeClr val="tx1"/>
                </a:solidFill>
              </a:rPr>
              <a:t> represents an emergency vehicle, like a fire truck or ambulance that requires </a:t>
            </a:r>
            <a:r>
              <a:rPr lang="en-GB" sz="1000" b="1" dirty="0">
                <a:solidFill>
                  <a:schemeClr val="tx1"/>
                </a:solidFill>
              </a:rPr>
              <a:t>GBR</a:t>
            </a:r>
            <a:r>
              <a:rPr lang="en-GB" sz="1000" dirty="0">
                <a:solidFill>
                  <a:schemeClr val="tx1"/>
                </a:solidFill>
              </a:rPr>
              <a:t> methods to support incoming video streaming.  This is assigned to a straight-line mobility path travelling at </a:t>
            </a:r>
            <a:r>
              <a:rPr lang="en-GB" sz="1000" b="1" dirty="0">
                <a:solidFill>
                  <a:schemeClr val="tx1"/>
                </a:solidFill>
              </a:rPr>
              <a:t>20 m/s</a:t>
            </a:r>
            <a:r>
              <a:rPr lang="en-GB" sz="1000" dirty="0">
                <a:solidFill>
                  <a:schemeClr val="tx1"/>
                </a:solidFill>
              </a:rPr>
              <a:t> and to </a:t>
            </a:r>
            <a:r>
              <a:rPr lang="en-GB" sz="1000" b="1" dirty="0">
                <a:solidFill>
                  <a:schemeClr val="tx1"/>
                </a:solidFill>
              </a:rPr>
              <a:t>Slice 1</a:t>
            </a:r>
            <a:r>
              <a:rPr lang="en-GB" sz="1000" dirty="0">
                <a:solidFill>
                  <a:schemeClr val="tx1"/>
                </a:solidFill>
              </a:rPr>
              <a:t>. The UE requires a </a:t>
            </a:r>
            <a:r>
              <a:rPr lang="en-GB" sz="1000" b="1" dirty="0">
                <a:solidFill>
                  <a:schemeClr val="tx1"/>
                </a:solidFill>
              </a:rPr>
              <a:t>5QI = 1</a:t>
            </a:r>
            <a:r>
              <a:rPr lang="en-GB" sz="1000" dirty="0">
                <a:solidFill>
                  <a:schemeClr val="tx1"/>
                </a:solidFill>
              </a:rPr>
              <a:t>, </a:t>
            </a:r>
            <a:r>
              <a:rPr lang="en-GB" sz="1000" b="1" dirty="0">
                <a:solidFill>
                  <a:schemeClr val="tx1"/>
                </a:solidFill>
              </a:rPr>
              <a:t>UL = 64 Kbps</a:t>
            </a:r>
            <a:r>
              <a:rPr lang="en-GB" sz="1000" dirty="0">
                <a:solidFill>
                  <a:schemeClr val="tx1"/>
                </a:solidFill>
              </a:rPr>
              <a:t>, and </a:t>
            </a:r>
            <a:r>
              <a:rPr lang="en-GB" sz="1000" b="1" dirty="0">
                <a:solidFill>
                  <a:schemeClr val="tx1"/>
                </a:solidFill>
              </a:rPr>
              <a:t>DL = 10 Mbps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230014-91F0-1E2B-2801-712549CDC49D}"/>
              </a:ext>
            </a:extLst>
          </p:cNvPr>
          <p:cNvSpPr/>
          <p:nvPr/>
        </p:nvSpPr>
        <p:spPr>
          <a:xfrm>
            <a:off x="685800" y="2822610"/>
            <a:ext cx="4616450" cy="99483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000" b="1" dirty="0">
                <a:solidFill>
                  <a:schemeClr val="tx1"/>
                </a:solidFill>
              </a:rPr>
              <a:t>UE-2</a:t>
            </a:r>
            <a:r>
              <a:rPr lang="en-GB" sz="1000" dirty="0">
                <a:solidFill>
                  <a:schemeClr val="tx1"/>
                </a:solidFill>
              </a:rPr>
              <a:t> represents a civilian population of subscribes using </a:t>
            </a:r>
            <a:r>
              <a:rPr lang="en-GB" sz="1000" b="1" dirty="0">
                <a:solidFill>
                  <a:schemeClr val="tx1"/>
                </a:solidFill>
              </a:rPr>
              <a:t>non-GBR</a:t>
            </a:r>
            <a:r>
              <a:rPr lang="en-GB" sz="1000" dirty="0">
                <a:solidFill>
                  <a:schemeClr val="tx1"/>
                </a:solidFill>
              </a:rPr>
              <a:t> methods of streaming and data services. This group is assigned to a stationary mobility path camped on </a:t>
            </a:r>
            <a:r>
              <a:rPr lang="en-GB" sz="1000" b="1" dirty="0">
                <a:solidFill>
                  <a:schemeClr val="tx1"/>
                </a:solidFill>
              </a:rPr>
              <a:t>Cell 1</a:t>
            </a:r>
            <a:r>
              <a:rPr lang="en-GB" sz="1000" dirty="0">
                <a:solidFill>
                  <a:schemeClr val="tx1"/>
                </a:solidFill>
              </a:rPr>
              <a:t> and on </a:t>
            </a:r>
            <a:r>
              <a:rPr lang="en-GB" sz="1000" b="1" dirty="0">
                <a:solidFill>
                  <a:schemeClr val="tx1"/>
                </a:solidFill>
              </a:rPr>
              <a:t>Slice 3</a:t>
            </a:r>
            <a:r>
              <a:rPr lang="en-GB" sz="1000" dirty="0">
                <a:solidFill>
                  <a:schemeClr val="tx1"/>
                </a:solidFill>
              </a:rPr>
              <a:t>. The subscribers requires a </a:t>
            </a:r>
            <a:r>
              <a:rPr lang="en-GB" sz="1000" b="1" dirty="0">
                <a:solidFill>
                  <a:schemeClr val="tx1"/>
                </a:solidFill>
              </a:rPr>
              <a:t>5QI = 5</a:t>
            </a:r>
            <a:r>
              <a:rPr lang="en-GB" sz="1000" dirty="0">
                <a:solidFill>
                  <a:schemeClr val="tx1"/>
                </a:solidFill>
              </a:rPr>
              <a:t>, </a:t>
            </a:r>
            <a:r>
              <a:rPr lang="en-GB" sz="1000" b="1" dirty="0">
                <a:solidFill>
                  <a:schemeClr val="tx1"/>
                </a:solidFill>
              </a:rPr>
              <a:t>UL = 5 Mbps</a:t>
            </a:r>
            <a:r>
              <a:rPr lang="en-GB" sz="1000" dirty="0">
                <a:solidFill>
                  <a:schemeClr val="tx1"/>
                </a:solidFill>
              </a:rPr>
              <a:t>, and </a:t>
            </a:r>
            <a:r>
              <a:rPr lang="en-GB" sz="1000" b="1" dirty="0">
                <a:solidFill>
                  <a:schemeClr val="tx1"/>
                </a:solidFill>
              </a:rPr>
              <a:t>DL = 10 Mbps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B2638B-0FF5-6B02-E61A-1DE89B945829}"/>
              </a:ext>
            </a:extLst>
          </p:cNvPr>
          <p:cNvSpPr/>
          <p:nvPr/>
        </p:nvSpPr>
        <p:spPr>
          <a:xfrm>
            <a:off x="685800" y="5459894"/>
            <a:ext cx="4616450" cy="930988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000" b="1" dirty="0">
                <a:solidFill>
                  <a:schemeClr val="tx1"/>
                </a:solidFill>
              </a:rPr>
              <a:t>UE-4</a:t>
            </a:r>
            <a:r>
              <a:rPr lang="en-GB" sz="1000" dirty="0">
                <a:solidFill>
                  <a:schemeClr val="tx1"/>
                </a:solidFill>
              </a:rPr>
              <a:t> represents a civilian population of subscribes using </a:t>
            </a:r>
            <a:r>
              <a:rPr lang="en-GB" sz="1000" b="1" dirty="0">
                <a:solidFill>
                  <a:schemeClr val="tx1"/>
                </a:solidFill>
              </a:rPr>
              <a:t>non-GBR</a:t>
            </a:r>
            <a:r>
              <a:rPr lang="en-GB" sz="1000" dirty="0">
                <a:solidFill>
                  <a:schemeClr val="tx1"/>
                </a:solidFill>
              </a:rPr>
              <a:t> methods of streaming and data services. This group is assigned to a stationary mobility path camped on </a:t>
            </a:r>
            <a:r>
              <a:rPr lang="en-GB" sz="1000" b="1" dirty="0">
                <a:solidFill>
                  <a:schemeClr val="tx1"/>
                </a:solidFill>
              </a:rPr>
              <a:t>Cell 4</a:t>
            </a:r>
            <a:r>
              <a:rPr lang="en-GB" sz="1000" dirty="0">
                <a:solidFill>
                  <a:schemeClr val="tx1"/>
                </a:solidFill>
              </a:rPr>
              <a:t> and on </a:t>
            </a:r>
            <a:r>
              <a:rPr lang="en-GB" sz="1000" b="1" dirty="0">
                <a:solidFill>
                  <a:schemeClr val="tx1"/>
                </a:solidFill>
              </a:rPr>
              <a:t>Slice 3</a:t>
            </a:r>
            <a:r>
              <a:rPr lang="en-GB" sz="1000" dirty="0">
                <a:solidFill>
                  <a:schemeClr val="tx1"/>
                </a:solidFill>
              </a:rPr>
              <a:t>. The subscribers requires a </a:t>
            </a:r>
            <a:r>
              <a:rPr lang="en-GB" sz="1000" b="1" dirty="0">
                <a:solidFill>
                  <a:schemeClr val="tx1"/>
                </a:solidFill>
              </a:rPr>
              <a:t>5QI = 5</a:t>
            </a:r>
            <a:r>
              <a:rPr lang="en-GB" sz="1000" dirty="0">
                <a:solidFill>
                  <a:schemeClr val="tx1"/>
                </a:solidFill>
              </a:rPr>
              <a:t>, </a:t>
            </a:r>
            <a:r>
              <a:rPr lang="en-GB" sz="1000" b="1" dirty="0">
                <a:solidFill>
                  <a:schemeClr val="tx1"/>
                </a:solidFill>
              </a:rPr>
              <a:t>UL = 5 Mbps</a:t>
            </a:r>
            <a:r>
              <a:rPr lang="en-GB" sz="1000" dirty="0">
                <a:solidFill>
                  <a:schemeClr val="tx1"/>
                </a:solidFill>
              </a:rPr>
              <a:t>, and </a:t>
            </a:r>
            <a:r>
              <a:rPr lang="en-GB" sz="1000" b="1" dirty="0">
                <a:solidFill>
                  <a:schemeClr val="tx1"/>
                </a:solidFill>
              </a:rPr>
              <a:t>DL = 10 Mbps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7787A1-E8DC-CF17-5589-03E60F730C41}"/>
              </a:ext>
            </a:extLst>
          </p:cNvPr>
          <p:cNvSpPr/>
          <p:nvPr/>
        </p:nvSpPr>
        <p:spPr>
          <a:xfrm>
            <a:off x="685800" y="4194734"/>
            <a:ext cx="4616450" cy="93098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000" b="1" dirty="0">
                <a:solidFill>
                  <a:schemeClr val="tx1"/>
                </a:solidFill>
              </a:rPr>
              <a:t>UE-3</a:t>
            </a:r>
            <a:r>
              <a:rPr lang="en-GB" sz="1000" dirty="0">
                <a:solidFill>
                  <a:schemeClr val="tx1"/>
                </a:solidFill>
              </a:rPr>
              <a:t> represents a civilian population of subscribes using </a:t>
            </a:r>
            <a:r>
              <a:rPr lang="en-GB" sz="1000" b="1" dirty="0">
                <a:solidFill>
                  <a:schemeClr val="tx1"/>
                </a:solidFill>
              </a:rPr>
              <a:t>GBR</a:t>
            </a:r>
            <a:r>
              <a:rPr lang="en-GB" sz="1000" dirty="0">
                <a:solidFill>
                  <a:schemeClr val="tx1"/>
                </a:solidFill>
              </a:rPr>
              <a:t> methods of streaming and data services. This group is assigned to a stationary mobility path camped on </a:t>
            </a:r>
            <a:r>
              <a:rPr lang="en-GB" sz="1000" b="1" dirty="0">
                <a:solidFill>
                  <a:schemeClr val="tx1"/>
                </a:solidFill>
              </a:rPr>
              <a:t>Cell 2</a:t>
            </a:r>
            <a:r>
              <a:rPr lang="en-GB" sz="1000" dirty="0">
                <a:solidFill>
                  <a:schemeClr val="tx1"/>
                </a:solidFill>
              </a:rPr>
              <a:t> and on </a:t>
            </a:r>
            <a:r>
              <a:rPr lang="en-GB" sz="1000" b="1" dirty="0">
                <a:solidFill>
                  <a:schemeClr val="tx1"/>
                </a:solidFill>
              </a:rPr>
              <a:t>Slice 2</a:t>
            </a:r>
            <a:r>
              <a:rPr lang="en-GB" sz="1000" dirty="0">
                <a:solidFill>
                  <a:schemeClr val="tx1"/>
                </a:solidFill>
              </a:rPr>
              <a:t>. The subscribers requires a </a:t>
            </a:r>
            <a:r>
              <a:rPr lang="en-GB" sz="1000" b="1" dirty="0">
                <a:solidFill>
                  <a:schemeClr val="tx1"/>
                </a:solidFill>
              </a:rPr>
              <a:t>5QI = 4</a:t>
            </a:r>
            <a:r>
              <a:rPr lang="en-GB" sz="1000" dirty="0">
                <a:solidFill>
                  <a:schemeClr val="tx1"/>
                </a:solidFill>
              </a:rPr>
              <a:t>, </a:t>
            </a:r>
            <a:r>
              <a:rPr lang="en-GB" sz="1000" b="1" dirty="0">
                <a:solidFill>
                  <a:schemeClr val="tx1"/>
                </a:solidFill>
              </a:rPr>
              <a:t>UL = 20 Kbps</a:t>
            </a:r>
            <a:r>
              <a:rPr lang="en-GB" sz="1000" dirty="0">
                <a:solidFill>
                  <a:schemeClr val="tx1"/>
                </a:solidFill>
              </a:rPr>
              <a:t>, and </a:t>
            </a:r>
            <a:r>
              <a:rPr lang="en-GB" sz="1000" b="1" dirty="0">
                <a:solidFill>
                  <a:schemeClr val="tx1"/>
                </a:solidFill>
              </a:rPr>
              <a:t>DL = 15 Mbps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C1EE86-7C8F-96EE-2E63-41FA3AA1D7EA}"/>
              </a:ext>
            </a:extLst>
          </p:cNvPr>
          <p:cNvSpPr/>
          <p:nvPr/>
        </p:nvSpPr>
        <p:spPr>
          <a:xfrm>
            <a:off x="6934200" y="4649002"/>
            <a:ext cx="4616450" cy="17418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GB" sz="1000" dirty="0">
                <a:solidFill>
                  <a:schemeClr val="tx1"/>
                </a:solidFill>
              </a:rPr>
              <a:t>The cell configuration for this simple scenario in </a:t>
            </a:r>
            <a:r>
              <a:rPr lang="en-GB" sz="1000" dirty="0" err="1">
                <a:solidFill>
                  <a:schemeClr val="tx1"/>
                </a:solidFill>
              </a:rPr>
              <a:t>RCTest</a:t>
            </a:r>
            <a:r>
              <a:rPr lang="en-GB" sz="1000" dirty="0">
                <a:solidFill>
                  <a:schemeClr val="tx1"/>
                </a:solidFill>
              </a:rPr>
              <a:t> is illustrated above. Where the straight line shows the path of the emergency vehicle as it traverses the 3 cells at a speed of 20 </a:t>
            </a:r>
            <a:r>
              <a:rPr lang="en-GB" sz="1000" dirty="0" err="1">
                <a:solidFill>
                  <a:schemeClr val="tx1"/>
                </a:solidFill>
              </a:rPr>
              <a:t>ms</a:t>
            </a:r>
            <a:r>
              <a:rPr lang="en-GB" sz="1000" dirty="0">
                <a:solidFill>
                  <a:schemeClr val="tx1"/>
                </a:solidFill>
              </a:rPr>
              <a:t>. The red tags in each cell simulate an example set of stationary users/walking users at different city locations covered by the 3 cells. 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  <a:p>
            <a:pPr algn="just"/>
            <a:r>
              <a:rPr lang="en-GB" sz="1000" dirty="0">
                <a:solidFill>
                  <a:schemeClr val="tx1"/>
                </a:solidFill>
              </a:rPr>
              <a:t>Each cell is 2 km in diameter, so to ensure UE-1 crosses all 3 cells at a speed of 20ms, you need to run the simulation for a minimum of 300 seconds.</a:t>
            </a:r>
          </a:p>
          <a:p>
            <a:pPr algn="just"/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10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69B3A7-196C-682B-CC4D-D0AD1277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Sets – Cell Level KPIs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E5EEFC-C38A-7E29-CC3C-0761C794E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917972"/>
            <a:ext cx="9321209" cy="18692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EECE44-85E7-0C98-1A0E-1A3DA129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8" y="2811059"/>
            <a:ext cx="9321209" cy="18692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428DF0-869E-3633-6AAD-49E7B0F10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7" y="4704145"/>
            <a:ext cx="9333600" cy="174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32872"/>
      </p:ext>
    </p:extLst>
  </p:cSld>
  <p:clrMapOvr>
    <a:masterClrMapping/>
  </p:clrMapOvr>
</p:sld>
</file>

<file path=ppt/theme/theme1.xml><?xml version="1.0" encoding="utf-8"?>
<a:theme xmlns:a="http://schemas.openxmlformats.org/drawingml/2006/main" name="2022 Keysight Widescreen Template">
  <a:themeElements>
    <a:clrScheme name="Custom 1">
      <a:dk1>
        <a:srgbClr val="000000"/>
      </a:dk1>
      <a:lt1>
        <a:srgbClr val="FFFFFF"/>
      </a:lt1>
      <a:dk2>
        <a:srgbClr val="97999B"/>
      </a:dk2>
      <a:lt2>
        <a:srgbClr val="F2A900"/>
      </a:lt2>
      <a:accent1>
        <a:srgbClr val="E90029"/>
      </a:accent1>
      <a:accent2>
        <a:srgbClr val="FF6720"/>
      </a:accent2>
      <a:accent3>
        <a:srgbClr val="9B26B6"/>
      </a:accent3>
      <a:accent4>
        <a:srgbClr val="071D49"/>
      </a:accent4>
      <a:accent5>
        <a:srgbClr val="426DA9"/>
      </a:accent5>
      <a:accent6>
        <a:srgbClr val="63B1BC"/>
      </a:accent6>
      <a:hlink>
        <a:srgbClr val="E90029"/>
      </a:hlink>
      <a:folHlink>
        <a:srgbClr val="74001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>
              <a:lumMod val="75000"/>
              <a:lumOff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>
            <a:solidFill>
              <a:schemeClr val="tx1">
                <a:lumMod val="85000"/>
                <a:lumOff val="1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eysight-Oct2022PPT-Template.potx  -  Read-Only" id="{BEF02216-696C-4D93-90F5-00B8FB3D19CF}" vid="{3FF0BD12-40B8-470C-8B7F-8D57CC7E9B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F0F279-DDF2-4ED7-A289-E1071792BC1F}">
  <we:reference id="225afece-5785-5648-88b7-c308d991b36e" version="11.5.800.18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0291B35A9014E979D9ECCA427DBF1" ma:contentTypeVersion="16" ma:contentTypeDescription="Create a new document." ma:contentTypeScope="" ma:versionID="88c82ba0830e7126dabe1ee3f112b833">
  <xsd:schema xmlns:xsd="http://www.w3.org/2001/XMLSchema" xmlns:xs="http://www.w3.org/2001/XMLSchema" xmlns:p="http://schemas.microsoft.com/office/2006/metadata/properties" xmlns:ns2="976c0733-e4a1-48c6-bce2-ac69edb42a56" xmlns:ns3="509b81ee-eed5-4cc0-bd09-69f178c45f1e" xmlns:ns4="47616542-7420-4a39-97b2-257cddb6c54d" targetNamespace="http://schemas.microsoft.com/office/2006/metadata/properties" ma:root="true" ma:fieldsID="b16dd8fa498fd5ab2ae1912ff1d4e9a5" ns2:_="" ns3:_="" ns4:_="">
    <xsd:import namespace="976c0733-e4a1-48c6-bce2-ac69edb42a56"/>
    <xsd:import namespace="509b81ee-eed5-4cc0-bd09-69f178c45f1e"/>
    <xsd:import namespace="47616542-7420-4a39-97b2-257cddb6c5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6c0733-e4a1-48c6-bce2-ac69edb42a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1b4e610-9c4a-4944-b620-b446fb4a2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b81ee-eed5-4cc0-bd09-69f178c45f1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df91738-4abc-4c12-9e4a-cc6fc0f9fbc4}" ma:internalName="TaxCatchAll" ma:showField="CatchAllData" ma:web="47616542-7420-4a39-97b2-257cddb6c5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616542-7420-4a39-97b2-257cddb6c54d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9b81ee-eed5-4cc0-bd09-69f178c45f1e" xsi:nil="true"/>
    <lcf76f155ced4ddcb4097134ff3c332f xmlns="976c0733-e4a1-48c6-bce2-ac69edb42a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983508-91DE-47F2-A091-381450F382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B5E87E-C262-4C2E-B179-E1B8187ED5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6c0733-e4a1-48c6-bce2-ac69edb42a56"/>
    <ds:schemaRef ds:uri="509b81ee-eed5-4cc0-bd09-69f178c45f1e"/>
    <ds:schemaRef ds:uri="47616542-7420-4a39-97b2-257cddb6c5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503645-77AE-41DE-85E5-589FD0FBDD0C}">
  <ds:schemaRefs>
    <ds:schemaRef ds:uri="976c0733-e4a1-48c6-bce2-ac69edb42a56"/>
    <ds:schemaRef ds:uri="http://purl.org/dc/elements/1.1/"/>
    <ds:schemaRef ds:uri="http://schemas.microsoft.com/office/2006/documentManagement/types"/>
    <ds:schemaRef ds:uri="http://schemas.microsoft.com/office/2006/metadata/properties"/>
    <ds:schemaRef ds:uri="47616542-7420-4a39-97b2-257cddb6c54d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509b81ee-eed5-4cc0-bd09-69f178c45f1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63545f27-3232-4d74-a44d-cdd457063402}" enabled="0" method="" siteId="{63545f27-3232-4d74-a44d-cdd45706340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Keysight-Oct2022PPT-Template</Template>
  <TotalTime>8308</TotalTime>
  <Words>562</Words>
  <Application>Microsoft Macintosh PowerPoint</Application>
  <PresentationFormat>Widescreen</PresentationFormat>
  <Paragraphs>39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Bold</vt:lpstr>
      <vt:lpstr>Arial Narrow</vt:lpstr>
      <vt:lpstr>Calibri</vt:lpstr>
      <vt:lpstr>2022 Keysight Widescreen Template</vt:lpstr>
      <vt:lpstr>Demonstration Components</vt:lpstr>
      <vt:lpstr>Scenario Description</vt:lpstr>
      <vt:lpstr>Data Sets – Cell Level KPIs</vt:lpstr>
    </vt:vector>
  </TitlesOfParts>
  <Company>Keysight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mapping</dc:title>
  <dc:creator>Jean Dassonville</dc:creator>
  <cp:lastModifiedBy>Zerna Torres, José (TNOPartners)</cp:lastModifiedBy>
  <cp:revision>1</cp:revision>
  <dcterms:created xsi:type="dcterms:W3CDTF">2023-05-24T16:07:59Z</dcterms:created>
  <dcterms:modified xsi:type="dcterms:W3CDTF">2025-12-17T10:38:59Z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0x0101002410291B35A9014E979D9ECCA427DBF1</vt:lpwstr>
  </property>
  <property fmtid="{D5CDD505-2E9C-101B-9397-08002B2CF9AE}" pid="3" name="MediaServiceImageTags">
    <vt:lpwstr/>
  </property>
</Properties>
</file>